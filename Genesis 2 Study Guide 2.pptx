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slide" Target="slides/slide38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46" Type="http://schemas.openxmlformats.org/officeDocument/2006/relationships/slide" Target="slides/slide40.xml"/><Relationship Id="rId23" Type="http://schemas.openxmlformats.org/officeDocument/2006/relationships/slide" Target="slides/slide17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schemas.openxmlformats.org/officeDocument/2006/relationships/slide" Target="slides/slide41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h766233fe555bc564_3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h766233fe555bc564_3_7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h766233fe555bc564_3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h766233fe555bc564_3_8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h766233fe555bc564_3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h766233fe555bc564_3_9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h766233fe555bc564_3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h766233fe555bc564_3_99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h766233fe555bc564_3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h766233fe555bc564_3_108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h766233fe555bc564_3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h766233fe555bc564_3_11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h766233fe555bc564_3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h766233fe555bc564_3_12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h766233fe555bc564_3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h766233fe555bc564_3_13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h766233fe555bc564_3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h766233fe555bc564_3_14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h766233fe555bc564_3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h766233fe555bc564_3_153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h766233fe555bc564_3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h766233fe555bc564_3_162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h766233fe555bc564_3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h766233fe555bc564_3_17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h766233fe555bc564_3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h766233fe555bc564_3_18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h766233fe555bc564_3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h766233fe555bc564_3_189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h766233fe555bc564_3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h766233fe555bc564_3_198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h766233fe555bc564_3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h766233fe555bc564_3_20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h766233fe555bc564_3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h766233fe555bc564_3_21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h766233fe555bc564_3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h766233fe555bc564_3_22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h766233fe555bc564_3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h766233fe555bc564_3_23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h766233fe555bc564_3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h766233fe555bc564_3_243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h766233fe555bc564_3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h766233fe555bc564_3_252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h766233fe555bc564_3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h766233fe555bc564_3_26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h766233fe555bc564_3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h766233fe555bc564_3_27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h766233fe555bc564_3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h766233fe555bc564_3_279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h766233fe555bc564_3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h766233fe555bc564_3_288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h766233fe555bc564_3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h766233fe555bc564_3_29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h766233fe555bc564_3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h766233fe555bc564_3_30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h766233fe555bc564_3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h766233fe555bc564_3_31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h766233fe555bc564_3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h766233fe555bc564_3_32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h766233fe555bc564_3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h766233fe555bc564_3_333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h766233fe555bc564_3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h766233fe555bc564_3_342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h766233fe555bc564_3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h766233fe555bc564_3_35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h766233fe555bc564_3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h766233fe555bc564_3_36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h766233fe555bc564_3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h766233fe555bc564_3_369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h766233fe555bc564_3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h766233fe555bc564_3_378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h766233fe555bc564_3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h766233fe555bc564_3_38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h766233fe555bc564_3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h766233fe555bc564_3_39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h766233fe555bc564_3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h766233fe555bc564_3_40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h766233fe555bc564_3_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h766233fe555bc564_3_41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h766233fe555bc564_3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h766233fe555bc564_3_423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h766233fe555bc564_3_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h766233fe555bc564_3_432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49" y="3305175"/>
            <a:ext cx="5829455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49" y="2180035"/>
            <a:ext cx="582945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9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243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9" y="1151335"/>
            <a:ext cx="303022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9" y="1631156"/>
            <a:ext cx="303022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862" y="1151335"/>
            <a:ext cx="303141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862" y="1631156"/>
            <a:ext cx="303141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9" y="204788"/>
            <a:ext cx="225629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359" y="204788"/>
            <a:ext cx="3833915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9" y="1076325"/>
            <a:ext cx="225629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52" y="3600450"/>
            <a:ext cx="411491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52" y="459581"/>
            <a:ext cx="411491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52" y="4025503"/>
            <a:ext cx="411491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855" y="-188796"/>
            <a:ext cx="3394472" cy="61723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406" y="1628755"/>
            <a:ext cx="4388644" cy="1543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72" y="142815"/>
            <a:ext cx="4388644" cy="45149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/>
        </p:nvSpPr>
        <p:spPr>
          <a:xfrm>
            <a:off x="548655" y="891540"/>
            <a:ext cx="8024074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2</a:t>
            </a:r>
            <a:endParaRPr sz="1100"/>
          </a:p>
        </p:txBody>
      </p:sp>
      <p:sp>
        <p:nvSpPr>
          <p:cNvPr id="130" name="Google Shape;130;p25"/>
          <p:cNvSpPr txBox="1"/>
          <p:nvPr/>
        </p:nvSpPr>
        <p:spPr>
          <a:xfrm>
            <a:off x="891564" y="2057400"/>
            <a:ext cx="7338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Study Guide 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2:13</a:t>
            </a:r>
            <a:endParaRPr sz="1100"/>
          </a:p>
        </p:txBody>
      </p:sp>
      <p:sp>
        <p:nvSpPr>
          <p:cNvPr id="136" name="Google Shape;136;p26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 According to Genesis 2:13, what was the name of the second river?</a:t>
            </a:r>
            <a:endParaRPr sz="1100"/>
          </a:p>
        </p:txBody>
      </p:sp>
      <p:sp>
        <p:nvSpPr>
          <p:cNvPr id="137" name="Google Shape;137;p26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Hiddekel.</a:t>
            </a:r>
            <a:endParaRPr sz="1100"/>
          </a:p>
        </p:txBody>
      </p:sp>
      <p:sp>
        <p:nvSpPr>
          <p:cNvPr id="138" name="Google Shape;138;p26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Euphrates.</a:t>
            </a:r>
            <a:endParaRPr sz="1100"/>
          </a:p>
        </p:txBody>
      </p:sp>
      <p:sp>
        <p:nvSpPr>
          <p:cNvPr id="139" name="Google Shape;139;p26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Pishon.</a:t>
            </a:r>
            <a:endParaRPr sz="1100"/>
          </a:p>
        </p:txBody>
      </p:sp>
      <p:sp>
        <p:nvSpPr>
          <p:cNvPr id="140" name="Google Shape;140;p26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Gihon.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2:13</a:t>
            </a:r>
            <a:endParaRPr sz="1100"/>
          </a:p>
        </p:txBody>
      </p:sp>
      <p:sp>
        <p:nvSpPr>
          <p:cNvPr id="146" name="Google Shape;146;p27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 According to Genesis 2:13, what was the name of the second river?</a:t>
            </a:r>
            <a:endParaRPr sz="1100"/>
          </a:p>
        </p:txBody>
      </p:sp>
      <p:sp>
        <p:nvSpPr>
          <p:cNvPr id="147" name="Google Shape;147;p27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Hiddekel.</a:t>
            </a:r>
            <a:endParaRPr sz="1100"/>
          </a:p>
        </p:txBody>
      </p:sp>
      <p:sp>
        <p:nvSpPr>
          <p:cNvPr id="148" name="Google Shape;148;p27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Euphrates.</a:t>
            </a:r>
            <a:endParaRPr sz="1100"/>
          </a:p>
        </p:txBody>
      </p:sp>
      <p:sp>
        <p:nvSpPr>
          <p:cNvPr id="149" name="Google Shape;149;p27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Pishon.</a:t>
            </a:r>
            <a:endParaRPr sz="1100"/>
          </a:p>
        </p:txBody>
      </p:sp>
      <p:sp>
        <p:nvSpPr>
          <p:cNvPr id="150" name="Google Shape;150;p27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D. Gihon.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2:11</a:t>
            </a:r>
            <a:endParaRPr sz="1100"/>
          </a:p>
        </p:txBody>
      </p:sp>
      <p:sp>
        <p:nvSpPr>
          <p:cNvPr id="156" name="Google Shape;156;p28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 According to Genesis 2:11, what was the name of the first river?</a:t>
            </a:r>
            <a:endParaRPr sz="1100"/>
          </a:p>
        </p:txBody>
      </p:sp>
      <p:sp>
        <p:nvSpPr>
          <p:cNvPr id="157" name="Google Shape;157;p28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Pishon.</a:t>
            </a:r>
            <a:endParaRPr sz="1100"/>
          </a:p>
        </p:txBody>
      </p:sp>
      <p:sp>
        <p:nvSpPr>
          <p:cNvPr id="158" name="Google Shape;158;p28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Hiddekel.</a:t>
            </a:r>
            <a:endParaRPr sz="1100"/>
          </a:p>
        </p:txBody>
      </p:sp>
      <p:sp>
        <p:nvSpPr>
          <p:cNvPr id="159" name="Google Shape;159;p28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Euphrates.</a:t>
            </a:r>
            <a:endParaRPr sz="1100"/>
          </a:p>
        </p:txBody>
      </p:sp>
      <p:sp>
        <p:nvSpPr>
          <p:cNvPr id="160" name="Google Shape;160;p28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Gihon.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2:11</a:t>
            </a:r>
            <a:endParaRPr sz="1100"/>
          </a:p>
        </p:txBody>
      </p:sp>
      <p:sp>
        <p:nvSpPr>
          <p:cNvPr id="166" name="Google Shape;166;p29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 According to Genesis 2:11, what was the name of the first river?</a:t>
            </a:r>
            <a:endParaRPr sz="1100"/>
          </a:p>
        </p:txBody>
      </p:sp>
      <p:sp>
        <p:nvSpPr>
          <p:cNvPr id="167" name="Google Shape;167;p29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A. Pishon.</a:t>
            </a:r>
            <a:endParaRPr sz="1100"/>
          </a:p>
        </p:txBody>
      </p:sp>
      <p:sp>
        <p:nvSpPr>
          <p:cNvPr id="168" name="Google Shape;168;p29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Hiddekel.</a:t>
            </a:r>
            <a:endParaRPr sz="1100"/>
          </a:p>
        </p:txBody>
      </p:sp>
      <p:sp>
        <p:nvSpPr>
          <p:cNvPr id="169" name="Google Shape;169;p29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Euphrates.</a:t>
            </a:r>
            <a:endParaRPr sz="1100"/>
          </a:p>
        </p:txBody>
      </p:sp>
      <p:sp>
        <p:nvSpPr>
          <p:cNvPr id="170" name="Google Shape;170;p29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Gihon.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2:19</a:t>
            </a:r>
            <a:endParaRPr sz="1100"/>
          </a:p>
        </p:txBody>
      </p:sp>
      <p:sp>
        <p:nvSpPr>
          <p:cNvPr id="176" name="Google Shape;176;p30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3. According to Genesis 2:19, from what did the LORD God form every beast and every bird?</a:t>
            </a:r>
            <a:endParaRPr sz="1100"/>
          </a:p>
        </p:txBody>
      </p:sp>
      <p:sp>
        <p:nvSpPr>
          <p:cNvPr id="177" name="Google Shape;177;p30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Out of the waters.</a:t>
            </a:r>
            <a:endParaRPr sz="1100"/>
          </a:p>
        </p:txBody>
      </p:sp>
      <p:sp>
        <p:nvSpPr>
          <p:cNvPr id="178" name="Google Shape;178;p30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Out of the ground.</a:t>
            </a:r>
            <a:endParaRPr sz="1100"/>
          </a:p>
        </p:txBody>
      </p:sp>
      <p:sp>
        <p:nvSpPr>
          <p:cNvPr id="179" name="Google Shape;179;p30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Out of Adam's rib.</a:t>
            </a:r>
            <a:endParaRPr sz="1100"/>
          </a:p>
        </p:txBody>
      </p:sp>
      <p:sp>
        <p:nvSpPr>
          <p:cNvPr id="180" name="Google Shape;180;p30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Out of the trees.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1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2:19</a:t>
            </a:r>
            <a:endParaRPr sz="1100"/>
          </a:p>
        </p:txBody>
      </p:sp>
      <p:sp>
        <p:nvSpPr>
          <p:cNvPr id="186" name="Google Shape;186;p31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3. According to Genesis 2:19, from what did the LORD God form every beast and every bird?</a:t>
            </a:r>
            <a:endParaRPr sz="1100"/>
          </a:p>
        </p:txBody>
      </p:sp>
      <p:sp>
        <p:nvSpPr>
          <p:cNvPr id="187" name="Google Shape;187;p31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Out of the waters.</a:t>
            </a:r>
            <a:endParaRPr sz="1100"/>
          </a:p>
        </p:txBody>
      </p:sp>
      <p:sp>
        <p:nvSpPr>
          <p:cNvPr id="188" name="Google Shape;188;p31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B. Out of the ground.</a:t>
            </a:r>
            <a:endParaRPr sz="1100"/>
          </a:p>
        </p:txBody>
      </p:sp>
      <p:sp>
        <p:nvSpPr>
          <p:cNvPr id="189" name="Google Shape;189;p31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Out of Adam's rib.</a:t>
            </a:r>
            <a:endParaRPr sz="1100"/>
          </a:p>
        </p:txBody>
      </p:sp>
      <p:sp>
        <p:nvSpPr>
          <p:cNvPr id="190" name="Google Shape;190;p31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Out of the trees.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2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2:12</a:t>
            </a:r>
            <a:endParaRPr sz="1100"/>
          </a:p>
        </p:txBody>
      </p:sp>
      <p:sp>
        <p:nvSpPr>
          <p:cNvPr id="196" name="Google Shape;196;p32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4. According to Genesis 2:12, what two things are named there besides gold?</a:t>
            </a:r>
            <a:endParaRPr sz="1100"/>
          </a:p>
        </p:txBody>
      </p:sp>
      <p:sp>
        <p:nvSpPr>
          <p:cNvPr id="197" name="Google Shape;197;p32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Bdellium and the onyx stone.</a:t>
            </a:r>
            <a:endParaRPr sz="1100"/>
          </a:p>
        </p:txBody>
      </p:sp>
      <p:sp>
        <p:nvSpPr>
          <p:cNvPr id="198" name="Google Shape;198;p32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Silver and bronze.</a:t>
            </a:r>
            <a:endParaRPr sz="1100"/>
          </a:p>
        </p:txBody>
      </p:sp>
      <p:sp>
        <p:nvSpPr>
          <p:cNvPr id="199" name="Google Shape;199;p32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Pearls and rubies.</a:t>
            </a:r>
            <a:endParaRPr sz="1100"/>
          </a:p>
        </p:txBody>
      </p:sp>
      <p:sp>
        <p:nvSpPr>
          <p:cNvPr id="200" name="Google Shape;200;p32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Cedar and myrrh.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3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2:12</a:t>
            </a:r>
            <a:endParaRPr sz="1100"/>
          </a:p>
        </p:txBody>
      </p:sp>
      <p:sp>
        <p:nvSpPr>
          <p:cNvPr id="206" name="Google Shape;206;p33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4. According to Genesis 2:12, what two things are named there besides gold?</a:t>
            </a:r>
            <a:endParaRPr sz="1100"/>
          </a:p>
        </p:txBody>
      </p:sp>
      <p:sp>
        <p:nvSpPr>
          <p:cNvPr id="207" name="Google Shape;207;p33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A. Bdellium and the onyx stone.</a:t>
            </a:r>
            <a:endParaRPr sz="1100"/>
          </a:p>
        </p:txBody>
      </p:sp>
      <p:sp>
        <p:nvSpPr>
          <p:cNvPr id="208" name="Google Shape;208;p33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Silver and bronze.</a:t>
            </a:r>
            <a:endParaRPr sz="1100"/>
          </a:p>
        </p:txBody>
      </p:sp>
      <p:sp>
        <p:nvSpPr>
          <p:cNvPr id="209" name="Google Shape;209;p33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Pearls and rubies.</a:t>
            </a:r>
            <a:endParaRPr sz="1100"/>
          </a:p>
        </p:txBody>
      </p:sp>
      <p:sp>
        <p:nvSpPr>
          <p:cNvPr id="210" name="Google Shape;210;p33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Cedar and myrrh.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4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2:10</a:t>
            </a:r>
            <a:endParaRPr sz="1100"/>
          </a:p>
        </p:txBody>
      </p:sp>
      <p:sp>
        <p:nvSpPr>
          <p:cNvPr id="216" name="Google Shape;216;p34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5. According to Genesis 2:10, into how many riverheads did the river from Eden part?</a:t>
            </a:r>
            <a:endParaRPr sz="1100"/>
          </a:p>
        </p:txBody>
      </p:sp>
      <p:sp>
        <p:nvSpPr>
          <p:cNvPr id="217" name="Google Shape;217;p34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Seven.</a:t>
            </a:r>
            <a:endParaRPr sz="1100"/>
          </a:p>
        </p:txBody>
      </p:sp>
      <p:sp>
        <p:nvSpPr>
          <p:cNvPr id="218" name="Google Shape;218;p34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Four.</a:t>
            </a:r>
            <a:endParaRPr sz="1100"/>
          </a:p>
        </p:txBody>
      </p:sp>
      <p:sp>
        <p:nvSpPr>
          <p:cNvPr id="219" name="Google Shape;219;p34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Two.</a:t>
            </a:r>
            <a:endParaRPr sz="1100"/>
          </a:p>
        </p:txBody>
      </p:sp>
      <p:sp>
        <p:nvSpPr>
          <p:cNvPr id="220" name="Google Shape;220;p34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Three.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5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2:10</a:t>
            </a:r>
            <a:endParaRPr sz="1100"/>
          </a:p>
        </p:txBody>
      </p:sp>
      <p:sp>
        <p:nvSpPr>
          <p:cNvPr id="226" name="Google Shape;226;p35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5. According to Genesis 2:10, into how many riverheads did the river from Eden part?</a:t>
            </a:r>
            <a:endParaRPr sz="1100"/>
          </a:p>
        </p:txBody>
      </p:sp>
      <p:sp>
        <p:nvSpPr>
          <p:cNvPr id="227" name="Google Shape;227;p35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Seven.</a:t>
            </a:r>
            <a:endParaRPr sz="1100"/>
          </a:p>
        </p:txBody>
      </p:sp>
      <p:sp>
        <p:nvSpPr>
          <p:cNvPr id="228" name="Google Shape;228;p35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B. Four.</a:t>
            </a:r>
            <a:endParaRPr sz="1100"/>
          </a:p>
        </p:txBody>
      </p:sp>
      <p:sp>
        <p:nvSpPr>
          <p:cNvPr id="229" name="Google Shape;229;p35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Two.</a:t>
            </a:r>
            <a:endParaRPr sz="1100"/>
          </a:p>
        </p:txBody>
      </p:sp>
      <p:sp>
        <p:nvSpPr>
          <p:cNvPr id="230" name="Google Shape;230;p35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Three.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6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2:18</a:t>
            </a:r>
            <a:endParaRPr sz="1100"/>
          </a:p>
        </p:txBody>
      </p:sp>
      <p:sp>
        <p:nvSpPr>
          <p:cNvPr id="236" name="Google Shape;236;p36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6. According to Genesis 2:18, what kind of helper did God say He would make for man?</a:t>
            </a:r>
            <a:endParaRPr sz="1100"/>
          </a:p>
        </p:txBody>
      </p:sp>
      <p:sp>
        <p:nvSpPr>
          <p:cNvPr id="237" name="Google Shape;237;p36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A servant for him.</a:t>
            </a:r>
            <a:endParaRPr sz="1100"/>
          </a:p>
        </p:txBody>
      </p:sp>
      <p:sp>
        <p:nvSpPr>
          <p:cNvPr id="238" name="Google Shape;238;p36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A helper stronger than him.</a:t>
            </a:r>
            <a:endParaRPr sz="1100"/>
          </a:p>
        </p:txBody>
      </p:sp>
      <p:sp>
        <p:nvSpPr>
          <p:cNvPr id="239" name="Google Shape;239;p36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A helper from among the animals.</a:t>
            </a:r>
            <a:endParaRPr sz="1100"/>
          </a:p>
        </p:txBody>
      </p:sp>
      <p:sp>
        <p:nvSpPr>
          <p:cNvPr id="240" name="Google Shape;240;p36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A helper comparable to him.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7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2:18</a:t>
            </a:r>
            <a:endParaRPr sz="1100"/>
          </a:p>
        </p:txBody>
      </p:sp>
      <p:sp>
        <p:nvSpPr>
          <p:cNvPr id="246" name="Google Shape;246;p37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6. According to Genesis 2:18, what kind of helper did God say He would make for man?</a:t>
            </a:r>
            <a:endParaRPr sz="1100"/>
          </a:p>
        </p:txBody>
      </p:sp>
      <p:sp>
        <p:nvSpPr>
          <p:cNvPr id="247" name="Google Shape;247;p37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A servant for him.</a:t>
            </a:r>
            <a:endParaRPr sz="1100"/>
          </a:p>
        </p:txBody>
      </p:sp>
      <p:sp>
        <p:nvSpPr>
          <p:cNvPr id="248" name="Google Shape;248;p37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A helper stronger than him.</a:t>
            </a:r>
            <a:endParaRPr sz="1100"/>
          </a:p>
        </p:txBody>
      </p:sp>
      <p:sp>
        <p:nvSpPr>
          <p:cNvPr id="249" name="Google Shape;249;p37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A helper from among the animals.</a:t>
            </a:r>
            <a:endParaRPr sz="1100"/>
          </a:p>
        </p:txBody>
      </p:sp>
      <p:sp>
        <p:nvSpPr>
          <p:cNvPr id="250" name="Google Shape;250;p37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D. A helper comparable to him.</a:t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8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2:14</a:t>
            </a:r>
            <a:endParaRPr sz="1100"/>
          </a:p>
        </p:txBody>
      </p:sp>
      <p:sp>
        <p:nvSpPr>
          <p:cNvPr id="256" name="Google Shape;256;p38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7. According to Genesis 2:14, what was the name of the fourth river?</a:t>
            </a:r>
            <a:endParaRPr sz="1100"/>
          </a:p>
        </p:txBody>
      </p:sp>
      <p:sp>
        <p:nvSpPr>
          <p:cNvPr id="257" name="Google Shape;257;p38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Euphrates.</a:t>
            </a:r>
            <a:endParaRPr sz="1100"/>
          </a:p>
        </p:txBody>
      </p:sp>
      <p:sp>
        <p:nvSpPr>
          <p:cNvPr id="258" name="Google Shape;258;p38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Gihon.</a:t>
            </a:r>
            <a:endParaRPr sz="1100"/>
          </a:p>
        </p:txBody>
      </p:sp>
      <p:sp>
        <p:nvSpPr>
          <p:cNvPr id="259" name="Google Shape;259;p38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Pishon.</a:t>
            </a:r>
            <a:endParaRPr sz="1100"/>
          </a:p>
        </p:txBody>
      </p:sp>
      <p:sp>
        <p:nvSpPr>
          <p:cNvPr id="260" name="Google Shape;260;p38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Hiddekel.</a:t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9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2:14</a:t>
            </a:r>
            <a:endParaRPr sz="1100"/>
          </a:p>
        </p:txBody>
      </p:sp>
      <p:sp>
        <p:nvSpPr>
          <p:cNvPr id="266" name="Google Shape;266;p39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7. According to Genesis 2:14, what was the name of the fourth river?</a:t>
            </a:r>
            <a:endParaRPr sz="1100"/>
          </a:p>
        </p:txBody>
      </p:sp>
      <p:sp>
        <p:nvSpPr>
          <p:cNvPr id="267" name="Google Shape;267;p39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A. Euphrates.</a:t>
            </a:r>
            <a:endParaRPr sz="1100"/>
          </a:p>
        </p:txBody>
      </p:sp>
      <p:sp>
        <p:nvSpPr>
          <p:cNvPr id="268" name="Google Shape;268;p39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Gihon.</a:t>
            </a:r>
            <a:endParaRPr sz="1100"/>
          </a:p>
        </p:txBody>
      </p:sp>
      <p:sp>
        <p:nvSpPr>
          <p:cNvPr id="269" name="Google Shape;269;p39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Pishon.</a:t>
            </a:r>
            <a:endParaRPr sz="1100"/>
          </a:p>
        </p:txBody>
      </p:sp>
      <p:sp>
        <p:nvSpPr>
          <p:cNvPr id="270" name="Google Shape;270;p39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Hiddekel.</a:t>
            </a:r>
            <a:endParaRPr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0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2:21</a:t>
            </a:r>
            <a:endParaRPr sz="1100"/>
          </a:p>
        </p:txBody>
      </p:sp>
      <p:sp>
        <p:nvSpPr>
          <p:cNvPr id="276" name="Google Shape;276;p40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8. According to Genesis 2:21, what did the LORD God cause to fall on Adam?</a:t>
            </a:r>
            <a:endParaRPr sz="1100"/>
          </a:p>
        </p:txBody>
      </p:sp>
      <p:sp>
        <p:nvSpPr>
          <p:cNvPr id="277" name="Google Shape;277;p40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Darkness.</a:t>
            </a:r>
            <a:endParaRPr sz="1100"/>
          </a:p>
        </p:txBody>
      </p:sp>
      <p:sp>
        <p:nvSpPr>
          <p:cNvPr id="278" name="Google Shape;278;p40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A mist.</a:t>
            </a:r>
            <a:endParaRPr sz="1100"/>
          </a:p>
        </p:txBody>
      </p:sp>
      <p:sp>
        <p:nvSpPr>
          <p:cNvPr id="279" name="Google Shape;279;p40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A deep sleep.</a:t>
            </a:r>
            <a:endParaRPr sz="1100"/>
          </a:p>
        </p:txBody>
      </p:sp>
      <p:sp>
        <p:nvSpPr>
          <p:cNvPr id="280" name="Google Shape;280;p40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A great fear.</a:t>
            </a:r>
            <a:endParaRPr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1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2:21</a:t>
            </a:r>
            <a:endParaRPr sz="1100"/>
          </a:p>
        </p:txBody>
      </p:sp>
      <p:sp>
        <p:nvSpPr>
          <p:cNvPr id="286" name="Google Shape;286;p41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8. According to Genesis 2:21, what did the LORD God cause to fall on Adam?</a:t>
            </a:r>
            <a:endParaRPr sz="1100"/>
          </a:p>
        </p:txBody>
      </p:sp>
      <p:sp>
        <p:nvSpPr>
          <p:cNvPr id="287" name="Google Shape;287;p41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Darkness.</a:t>
            </a:r>
            <a:endParaRPr sz="1100"/>
          </a:p>
        </p:txBody>
      </p:sp>
      <p:sp>
        <p:nvSpPr>
          <p:cNvPr id="288" name="Google Shape;288;p41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A mist.</a:t>
            </a:r>
            <a:endParaRPr sz="1100"/>
          </a:p>
        </p:txBody>
      </p:sp>
      <p:sp>
        <p:nvSpPr>
          <p:cNvPr id="289" name="Google Shape;289;p41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C. A deep sleep.</a:t>
            </a:r>
            <a:endParaRPr sz="1100"/>
          </a:p>
        </p:txBody>
      </p:sp>
      <p:sp>
        <p:nvSpPr>
          <p:cNvPr id="290" name="Google Shape;290;p41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A great fear.</a:t>
            </a:r>
            <a:endParaRPr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2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2:23</a:t>
            </a:r>
            <a:endParaRPr sz="1100"/>
          </a:p>
        </p:txBody>
      </p:sp>
      <p:sp>
        <p:nvSpPr>
          <p:cNvPr id="296" name="Google Shape;296;p42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9. According to Genesis 2:23, why was she called Woman?</a:t>
            </a:r>
            <a:endParaRPr sz="1100"/>
          </a:p>
        </p:txBody>
      </p:sp>
      <p:sp>
        <p:nvSpPr>
          <p:cNvPr id="297" name="Google Shape;297;p42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Because she named the animals.</a:t>
            </a:r>
            <a:endParaRPr sz="1100"/>
          </a:p>
        </p:txBody>
      </p:sp>
      <p:sp>
        <p:nvSpPr>
          <p:cNvPr id="298" name="Google Shape;298;p42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Because she tended the garden.</a:t>
            </a:r>
            <a:endParaRPr sz="1100"/>
          </a:p>
        </p:txBody>
      </p:sp>
      <p:sp>
        <p:nvSpPr>
          <p:cNvPr id="299" name="Google Shape;299;p42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Because she was created first.</a:t>
            </a:r>
            <a:endParaRPr sz="1100"/>
          </a:p>
        </p:txBody>
      </p:sp>
      <p:sp>
        <p:nvSpPr>
          <p:cNvPr id="300" name="Google Shape;300;p42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Because she was taken out of Man.</a:t>
            </a:r>
            <a:endParaRPr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3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2:23</a:t>
            </a:r>
            <a:endParaRPr sz="1100"/>
          </a:p>
        </p:txBody>
      </p:sp>
      <p:sp>
        <p:nvSpPr>
          <p:cNvPr id="306" name="Google Shape;306;p43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9. According to Genesis 2:23, why was she called Woman?</a:t>
            </a:r>
            <a:endParaRPr sz="1100"/>
          </a:p>
        </p:txBody>
      </p:sp>
      <p:sp>
        <p:nvSpPr>
          <p:cNvPr id="307" name="Google Shape;307;p43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Because she named the animals.</a:t>
            </a:r>
            <a:endParaRPr sz="1100"/>
          </a:p>
        </p:txBody>
      </p:sp>
      <p:sp>
        <p:nvSpPr>
          <p:cNvPr id="308" name="Google Shape;308;p43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Because she tended the garden.</a:t>
            </a:r>
            <a:endParaRPr sz="1100"/>
          </a:p>
        </p:txBody>
      </p:sp>
      <p:sp>
        <p:nvSpPr>
          <p:cNvPr id="309" name="Google Shape;309;p43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Because she was created first.</a:t>
            </a:r>
            <a:endParaRPr sz="1100"/>
          </a:p>
        </p:txBody>
      </p:sp>
      <p:sp>
        <p:nvSpPr>
          <p:cNvPr id="310" name="Google Shape;310;p43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D. Because she was taken out of Man.</a:t>
            </a:r>
            <a:endParaRPr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4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2:12</a:t>
            </a:r>
            <a:endParaRPr sz="1100"/>
          </a:p>
        </p:txBody>
      </p:sp>
      <p:sp>
        <p:nvSpPr>
          <p:cNvPr id="316" name="Google Shape;316;p44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10. According to Genesis 2:12, how is the gold of that land described?</a:t>
            </a:r>
            <a:endParaRPr sz="1100"/>
          </a:p>
        </p:txBody>
      </p:sp>
      <p:sp>
        <p:nvSpPr>
          <p:cNvPr id="317" name="Google Shape;317;p44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Pure.</a:t>
            </a:r>
            <a:endParaRPr sz="1100"/>
          </a:p>
        </p:txBody>
      </p:sp>
      <p:sp>
        <p:nvSpPr>
          <p:cNvPr id="318" name="Google Shape;318;p44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Abundant.</a:t>
            </a:r>
            <a:endParaRPr sz="1100"/>
          </a:p>
        </p:txBody>
      </p:sp>
      <p:sp>
        <p:nvSpPr>
          <p:cNvPr id="319" name="Google Shape;319;p44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Good.</a:t>
            </a:r>
            <a:endParaRPr sz="1100"/>
          </a:p>
        </p:txBody>
      </p:sp>
      <p:sp>
        <p:nvSpPr>
          <p:cNvPr id="320" name="Google Shape;320;p44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Rare.</a:t>
            </a:r>
            <a:endParaRPr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5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2:12</a:t>
            </a:r>
            <a:endParaRPr sz="1100"/>
          </a:p>
        </p:txBody>
      </p:sp>
      <p:sp>
        <p:nvSpPr>
          <p:cNvPr id="326" name="Google Shape;326;p45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10. According to Genesis 2:12, how is the gold of that land described?</a:t>
            </a:r>
            <a:endParaRPr sz="1100"/>
          </a:p>
        </p:txBody>
      </p:sp>
      <p:sp>
        <p:nvSpPr>
          <p:cNvPr id="327" name="Google Shape;327;p45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Pure.</a:t>
            </a:r>
            <a:endParaRPr sz="1100"/>
          </a:p>
        </p:txBody>
      </p:sp>
      <p:sp>
        <p:nvSpPr>
          <p:cNvPr id="328" name="Google Shape;328;p45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Abundant.</a:t>
            </a:r>
            <a:endParaRPr sz="1100"/>
          </a:p>
        </p:txBody>
      </p:sp>
      <p:sp>
        <p:nvSpPr>
          <p:cNvPr id="329" name="Google Shape;329;p45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C. Good.</a:t>
            </a:r>
            <a:endParaRPr sz="1100"/>
          </a:p>
        </p:txBody>
      </p:sp>
      <p:sp>
        <p:nvSpPr>
          <p:cNvPr id="330" name="Google Shape;330;p45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Rare.</a:t>
            </a:r>
            <a:endParaRPr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6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2:19</a:t>
            </a:r>
            <a:endParaRPr sz="1100"/>
          </a:p>
        </p:txBody>
      </p:sp>
      <p:sp>
        <p:nvSpPr>
          <p:cNvPr id="336" name="Google Shape;336;p46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11. According to Genesis 2:19, why did God bring the animals to Adam?</a:t>
            </a:r>
            <a:endParaRPr sz="1100"/>
          </a:p>
        </p:txBody>
      </p:sp>
      <p:sp>
        <p:nvSpPr>
          <p:cNvPr id="337" name="Google Shape;337;p46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To see what he would call them.</a:t>
            </a:r>
            <a:endParaRPr sz="1100"/>
          </a:p>
        </p:txBody>
      </p:sp>
      <p:sp>
        <p:nvSpPr>
          <p:cNvPr id="338" name="Google Shape;338;p46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To choose one as his helper.</a:t>
            </a:r>
            <a:endParaRPr sz="1100"/>
          </a:p>
        </p:txBody>
      </p:sp>
      <p:sp>
        <p:nvSpPr>
          <p:cNvPr id="339" name="Google Shape;339;p46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To place them outside Eden.</a:t>
            </a:r>
            <a:endParaRPr sz="1100"/>
          </a:p>
        </p:txBody>
      </p:sp>
      <p:sp>
        <p:nvSpPr>
          <p:cNvPr id="340" name="Google Shape;340;p46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To see which ones he would eat.</a:t>
            </a:r>
            <a:endParaRPr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7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2:19</a:t>
            </a:r>
            <a:endParaRPr sz="1100"/>
          </a:p>
        </p:txBody>
      </p:sp>
      <p:sp>
        <p:nvSpPr>
          <p:cNvPr id="346" name="Google Shape;346;p47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11. According to Genesis 2:19, why did God bring the animals to Adam?</a:t>
            </a:r>
            <a:endParaRPr sz="1100"/>
          </a:p>
        </p:txBody>
      </p:sp>
      <p:sp>
        <p:nvSpPr>
          <p:cNvPr id="347" name="Google Shape;347;p47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A. To see what he would call them.</a:t>
            </a:r>
            <a:endParaRPr sz="1100"/>
          </a:p>
        </p:txBody>
      </p:sp>
      <p:sp>
        <p:nvSpPr>
          <p:cNvPr id="348" name="Google Shape;348;p47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To choose one as his helper.</a:t>
            </a:r>
            <a:endParaRPr sz="1100"/>
          </a:p>
        </p:txBody>
      </p:sp>
      <p:sp>
        <p:nvSpPr>
          <p:cNvPr id="349" name="Google Shape;349;p47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To place them outside Eden.</a:t>
            </a:r>
            <a:endParaRPr sz="1100"/>
          </a:p>
        </p:txBody>
      </p:sp>
      <p:sp>
        <p:nvSpPr>
          <p:cNvPr id="350" name="Google Shape;350;p47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To see which ones he would eat.</a:t>
            </a:r>
            <a:endParaRPr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8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2:11</a:t>
            </a:r>
            <a:endParaRPr sz="1100"/>
          </a:p>
        </p:txBody>
      </p:sp>
      <p:sp>
        <p:nvSpPr>
          <p:cNvPr id="356" name="Google Shape;356;p48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12. According to Genesis 2:11, what land did the Pishon River skirt?</a:t>
            </a:r>
            <a:endParaRPr sz="1100"/>
          </a:p>
        </p:txBody>
      </p:sp>
      <p:sp>
        <p:nvSpPr>
          <p:cNvPr id="357" name="Google Shape;357;p48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The land of Eden.</a:t>
            </a:r>
            <a:endParaRPr sz="1100"/>
          </a:p>
        </p:txBody>
      </p:sp>
      <p:sp>
        <p:nvSpPr>
          <p:cNvPr id="358" name="Google Shape;358;p48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The whole land of Cush.</a:t>
            </a:r>
            <a:endParaRPr sz="1100"/>
          </a:p>
        </p:txBody>
      </p:sp>
      <p:sp>
        <p:nvSpPr>
          <p:cNvPr id="359" name="Google Shape;359;p48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The whole land of Havilah.</a:t>
            </a:r>
            <a:endParaRPr sz="1100"/>
          </a:p>
        </p:txBody>
      </p:sp>
      <p:sp>
        <p:nvSpPr>
          <p:cNvPr id="360" name="Google Shape;360;p48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The land of Assyria.</a:t>
            </a:r>
            <a:endParaRPr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9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2:11</a:t>
            </a:r>
            <a:endParaRPr sz="1100"/>
          </a:p>
        </p:txBody>
      </p:sp>
      <p:sp>
        <p:nvSpPr>
          <p:cNvPr id="366" name="Google Shape;366;p49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12. According to Genesis 2:11, what land did the Pishon River skirt?</a:t>
            </a:r>
            <a:endParaRPr sz="1100"/>
          </a:p>
        </p:txBody>
      </p:sp>
      <p:sp>
        <p:nvSpPr>
          <p:cNvPr id="367" name="Google Shape;367;p49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The land of Eden.</a:t>
            </a:r>
            <a:endParaRPr sz="1100"/>
          </a:p>
        </p:txBody>
      </p:sp>
      <p:sp>
        <p:nvSpPr>
          <p:cNvPr id="368" name="Google Shape;368;p49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The whole land of Cush.</a:t>
            </a:r>
            <a:endParaRPr sz="1100"/>
          </a:p>
        </p:txBody>
      </p:sp>
      <p:sp>
        <p:nvSpPr>
          <p:cNvPr id="369" name="Google Shape;369;p49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C. The whole land of Havilah.</a:t>
            </a:r>
            <a:endParaRPr sz="1100"/>
          </a:p>
        </p:txBody>
      </p:sp>
      <p:sp>
        <p:nvSpPr>
          <p:cNvPr id="370" name="Google Shape;370;p49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The land of Assyria.</a:t>
            </a:r>
            <a:endParaRPr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0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2:8</a:t>
            </a:r>
            <a:endParaRPr sz="1100"/>
          </a:p>
        </p:txBody>
      </p:sp>
      <p:sp>
        <p:nvSpPr>
          <p:cNvPr id="376" name="Google Shape;376;p50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13. According to Genesis 2:8, whom did God put in the garden He had planted?</a:t>
            </a:r>
            <a:endParaRPr sz="1100"/>
          </a:p>
        </p:txBody>
      </p:sp>
      <p:sp>
        <p:nvSpPr>
          <p:cNvPr id="377" name="Google Shape;377;p50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The angels.</a:t>
            </a:r>
            <a:endParaRPr sz="1100"/>
          </a:p>
        </p:txBody>
      </p:sp>
      <p:sp>
        <p:nvSpPr>
          <p:cNvPr id="378" name="Google Shape;378;p50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The man whom He had formed.</a:t>
            </a:r>
            <a:endParaRPr sz="1100"/>
          </a:p>
        </p:txBody>
      </p:sp>
      <p:sp>
        <p:nvSpPr>
          <p:cNvPr id="379" name="Google Shape;379;p50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The woman first.</a:t>
            </a:r>
            <a:endParaRPr sz="1100"/>
          </a:p>
        </p:txBody>
      </p:sp>
      <p:sp>
        <p:nvSpPr>
          <p:cNvPr id="380" name="Google Shape;380;p50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All the animals.</a:t>
            </a:r>
            <a:endParaRPr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1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2:8</a:t>
            </a:r>
            <a:endParaRPr sz="1100"/>
          </a:p>
        </p:txBody>
      </p:sp>
      <p:sp>
        <p:nvSpPr>
          <p:cNvPr id="386" name="Google Shape;386;p51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13. According to Genesis 2:8, whom did God put in the garden He had planted?</a:t>
            </a:r>
            <a:endParaRPr sz="1100"/>
          </a:p>
        </p:txBody>
      </p:sp>
      <p:sp>
        <p:nvSpPr>
          <p:cNvPr id="387" name="Google Shape;387;p51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The angels.</a:t>
            </a:r>
            <a:endParaRPr sz="1100"/>
          </a:p>
        </p:txBody>
      </p:sp>
      <p:sp>
        <p:nvSpPr>
          <p:cNvPr id="388" name="Google Shape;388;p51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B. The man whom He had formed.</a:t>
            </a:r>
            <a:endParaRPr sz="1100"/>
          </a:p>
        </p:txBody>
      </p:sp>
      <p:sp>
        <p:nvSpPr>
          <p:cNvPr id="389" name="Google Shape;389;p51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The woman first.</a:t>
            </a:r>
            <a:endParaRPr sz="1100"/>
          </a:p>
        </p:txBody>
      </p:sp>
      <p:sp>
        <p:nvSpPr>
          <p:cNvPr id="390" name="Google Shape;390;p51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All the animals.</a:t>
            </a:r>
            <a:endParaRPr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2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2:13</a:t>
            </a:r>
            <a:endParaRPr sz="1100"/>
          </a:p>
        </p:txBody>
      </p:sp>
      <p:sp>
        <p:nvSpPr>
          <p:cNvPr id="396" name="Google Shape;396;p52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14. According to Genesis 2:13, what land did the Gihon River go around?</a:t>
            </a:r>
            <a:endParaRPr sz="1100"/>
          </a:p>
        </p:txBody>
      </p:sp>
      <p:sp>
        <p:nvSpPr>
          <p:cNvPr id="397" name="Google Shape;397;p52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The whole land of Havilah.</a:t>
            </a:r>
            <a:endParaRPr sz="1100"/>
          </a:p>
        </p:txBody>
      </p:sp>
      <p:sp>
        <p:nvSpPr>
          <p:cNvPr id="398" name="Google Shape;398;p52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The land of Assyria.</a:t>
            </a:r>
            <a:endParaRPr sz="1100"/>
          </a:p>
        </p:txBody>
      </p:sp>
      <p:sp>
        <p:nvSpPr>
          <p:cNvPr id="399" name="Google Shape;399;p52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The whole land of Cush.</a:t>
            </a:r>
            <a:endParaRPr sz="1100"/>
          </a:p>
        </p:txBody>
      </p:sp>
      <p:sp>
        <p:nvSpPr>
          <p:cNvPr id="400" name="Google Shape;400;p52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The land of Canaan.</a:t>
            </a:r>
            <a:endParaRPr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3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2:13</a:t>
            </a:r>
            <a:endParaRPr sz="1100"/>
          </a:p>
        </p:txBody>
      </p:sp>
      <p:sp>
        <p:nvSpPr>
          <p:cNvPr id="406" name="Google Shape;406;p53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14. According to Genesis 2:13, what land did the Gihon River go around?</a:t>
            </a:r>
            <a:endParaRPr sz="1100"/>
          </a:p>
        </p:txBody>
      </p:sp>
      <p:sp>
        <p:nvSpPr>
          <p:cNvPr id="407" name="Google Shape;407;p53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The whole land of Havilah.</a:t>
            </a:r>
            <a:endParaRPr sz="1100"/>
          </a:p>
        </p:txBody>
      </p:sp>
      <p:sp>
        <p:nvSpPr>
          <p:cNvPr id="408" name="Google Shape;408;p53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The land of Assyria.</a:t>
            </a:r>
            <a:endParaRPr sz="1100"/>
          </a:p>
        </p:txBody>
      </p:sp>
      <p:sp>
        <p:nvSpPr>
          <p:cNvPr id="409" name="Google Shape;409;p53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C. The whole land of Cush.</a:t>
            </a:r>
            <a:endParaRPr sz="1100"/>
          </a:p>
        </p:txBody>
      </p:sp>
      <p:sp>
        <p:nvSpPr>
          <p:cNvPr id="410" name="Google Shape;410;p53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The land of Canaan.</a:t>
            </a:r>
            <a:endParaRPr sz="11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4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2:14</a:t>
            </a:r>
            <a:endParaRPr sz="1100"/>
          </a:p>
        </p:txBody>
      </p:sp>
      <p:sp>
        <p:nvSpPr>
          <p:cNvPr id="416" name="Google Shape;416;p54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15. According to Genesis 2:14, what was the name of the third river?</a:t>
            </a:r>
            <a:endParaRPr sz="1100"/>
          </a:p>
        </p:txBody>
      </p:sp>
      <p:sp>
        <p:nvSpPr>
          <p:cNvPr id="417" name="Google Shape;417;p54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Hiddekel.</a:t>
            </a:r>
            <a:endParaRPr sz="1100"/>
          </a:p>
        </p:txBody>
      </p:sp>
      <p:sp>
        <p:nvSpPr>
          <p:cNvPr id="418" name="Google Shape;418;p54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Gihon.</a:t>
            </a:r>
            <a:endParaRPr sz="1100"/>
          </a:p>
        </p:txBody>
      </p:sp>
      <p:sp>
        <p:nvSpPr>
          <p:cNvPr id="419" name="Google Shape;419;p54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Pishon.</a:t>
            </a:r>
            <a:endParaRPr sz="1100"/>
          </a:p>
        </p:txBody>
      </p:sp>
      <p:sp>
        <p:nvSpPr>
          <p:cNvPr id="420" name="Google Shape;420;p54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Euphrates.</a:t>
            </a:r>
            <a:endParaRPr sz="11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5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2:14</a:t>
            </a:r>
            <a:endParaRPr sz="1100"/>
          </a:p>
        </p:txBody>
      </p:sp>
      <p:sp>
        <p:nvSpPr>
          <p:cNvPr id="426" name="Google Shape;426;p55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15. According to Genesis 2:14, what was the name of the third river?</a:t>
            </a:r>
            <a:endParaRPr sz="1100"/>
          </a:p>
        </p:txBody>
      </p:sp>
      <p:sp>
        <p:nvSpPr>
          <p:cNvPr id="427" name="Google Shape;427;p55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A. Hiddekel.</a:t>
            </a:r>
            <a:endParaRPr sz="1100"/>
          </a:p>
        </p:txBody>
      </p:sp>
      <p:sp>
        <p:nvSpPr>
          <p:cNvPr id="428" name="Google Shape;428;p55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Gihon.</a:t>
            </a:r>
            <a:endParaRPr sz="1100"/>
          </a:p>
        </p:txBody>
      </p:sp>
      <p:sp>
        <p:nvSpPr>
          <p:cNvPr id="429" name="Google Shape;429;p55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Pishon.</a:t>
            </a:r>
            <a:endParaRPr sz="1100"/>
          </a:p>
        </p:txBody>
      </p:sp>
      <p:sp>
        <p:nvSpPr>
          <p:cNvPr id="430" name="Google Shape;430;p55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Euphrates.</a:t>
            </a:r>
            <a:endParaRPr sz="11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6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2:25</a:t>
            </a:r>
            <a:endParaRPr sz="1100"/>
          </a:p>
        </p:txBody>
      </p:sp>
      <p:sp>
        <p:nvSpPr>
          <p:cNvPr id="436" name="Google Shape;436;p56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16. According to Genesis 2:25, how are the man and his wife described?</a:t>
            </a:r>
            <a:endParaRPr sz="1100"/>
          </a:p>
        </p:txBody>
      </p:sp>
      <p:sp>
        <p:nvSpPr>
          <p:cNvPr id="437" name="Google Shape;437;p56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They were ashamed of one another.</a:t>
            </a:r>
            <a:endParaRPr sz="1100"/>
          </a:p>
        </p:txBody>
      </p:sp>
      <p:sp>
        <p:nvSpPr>
          <p:cNvPr id="438" name="Google Shape;438;p56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They were both naked and were not ashamed.</a:t>
            </a:r>
            <a:endParaRPr sz="1100"/>
          </a:p>
        </p:txBody>
      </p:sp>
      <p:sp>
        <p:nvSpPr>
          <p:cNvPr id="439" name="Google Shape;439;p56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They were clothed and afraid.</a:t>
            </a:r>
            <a:endParaRPr sz="1100"/>
          </a:p>
        </p:txBody>
      </p:sp>
      <p:sp>
        <p:nvSpPr>
          <p:cNvPr id="440" name="Google Shape;440;p56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They were hidden among the trees.</a:t>
            </a:r>
            <a:endParaRPr sz="11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7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2:25</a:t>
            </a:r>
            <a:endParaRPr sz="1100"/>
          </a:p>
        </p:txBody>
      </p:sp>
      <p:sp>
        <p:nvSpPr>
          <p:cNvPr id="446" name="Google Shape;446;p57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16. According to Genesis 2:25, how are the man and his wife described?</a:t>
            </a:r>
            <a:endParaRPr sz="1100"/>
          </a:p>
        </p:txBody>
      </p:sp>
      <p:sp>
        <p:nvSpPr>
          <p:cNvPr id="447" name="Google Shape;447;p57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They were ashamed of one another.</a:t>
            </a:r>
            <a:endParaRPr sz="1100"/>
          </a:p>
        </p:txBody>
      </p:sp>
      <p:sp>
        <p:nvSpPr>
          <p:cNvPr id="448" name="Google Shape;448;p57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B. They were both naked and were not ashamed.</a:t>
            </a:r>
            <a:endParaRPr sz="1100"/>
          </a:p>
        </p:txBody>
      </p:sp>
      <p:sp>
        <p:nvSpPr>
          <p:cNvPr id="449" name="Google Shape;449;p57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They were clothed and afraid.</a:t>
            </a:r>
            <a:endParaRPr sz="1100"/>
          </a:p>
        </p:txBody>
      </p:sp>
      <p:sp>
        <p:nvSpPr>
          <p:cNvPr id="450" name="Google Shape;450;p57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They were hidden among the trees.</a:t>
            </a:r>
            <a:endParaRPr sz="11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8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2:20</a:t>
            </a:r>
            <a:endParaRPr sz="1100"/>
          </a:p>
        </p:txBody>
      </p:sp>
      <p:sp>
        <p:nvSpPr>
          <p:cNvPr id="456" name="Google Shape;456;p58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17. According to Genesis 2:20, for whom was there not found a helper comparable to him?</a:t>
            </a:r>
            <a:endParaRPr sz="1100"/>
          </a:p>
        </p:txBody>
      </p:sp>
      <p:sp>
        <p:nvSpPr>
          <p:cNvPr id="457" name="Google Shape;457;p58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The cattle.</a:t>
            </a:r>
            <a:endParaRPr sz="1100"/>
          </a:p>
        </p:txBody>
      </p:sp>
      <p:sp>
        <p:nvSpPr>
          <p:cNvPr id="458" name="Google Shape;458;p58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The serpent.</a:t>
            </a:r>
            <a:endParaRPr sz="1100"/>
          </a:p>
        </p:txBody>
      </p:sp>
      <p:sp>
        <p:nvSpPr>
          <p:cNvPr id="459" name="Google Shape;459;p58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Adam.</a:t>
            </a:r>
            <a:endParaRPr sz="1100"/>
          </a:p>
        </p:txBody>
      </p:sp>
      <p:sp>
        <p:nvSpPr>
          <p:cNvPr id="460" name="Google Shape;460;p58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Eve.</a:t>
            </a:r>
            <a:endParaRPr sz="11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9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2:20</a:t>
            </a:r>
            <a:endParaRPr sz="1100"/>
          </a:p>
        </p:txBody>
      </p:sp>
      <p:sp>
        <p:nvSpPr>
          <p:cNvPr id="466" name="Google Shape;466;p59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17. According to Genesis 2:20, for whom was there not found a helper comparable to him?</a:t>
            </a:r>
            <a:endParaRPr sz="1100"/>
          </a:p>
        </p:txBody>
      </p:sp>
      <p:sp>
        <p:nvSpPr>
          <p:cNvPr id="467" name="Google Shape;467;p59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The cattle.</a:t>
            </a:r>
            <a:endParaRPr sz="1100"/>
          </a:p>
        </p:txBody>
      </p:sp>
      <p:sp>
        <p:nvSpPr>
          <p:cNvPr id="468" name="Google Shape;468;p59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The serpent.</a:t>
            </a:r>
            <a:endParaRPr sz="1100"/>
          </a:p>
        </p:txBody>
      </p:sp>
      <p:sp>
        <p:nvSpPr>
          <p:cNvPr id="469" name="Google Shape;469;p59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C. Adam.</a:t>
            </a:r>
            <a:endParaRPr sz="1100"/>
          </a:p>
        </p:txBody>
      </p:sp>
      <p:sp>
        <p:nvSpPr>
          <p:cNvPr id="470" name="Google Shape;470;p59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Eve.</a:t>
            </a:r>
            <a:endParaRPr sz="11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60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2:4</a:t>
            </a:r>
            <a:endParaRPr sz="1100"/>
          </a:p>
        </p:txBody>
      </p:sp>
      <p:sp>
        <p:nvSpPr>
          <p:cNvPr id="476" name="Google Shape;476;p60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18. According to Genesis 2:4, what name is used for God in the account of the heavens and the earth?</a:t>
            </a:r>
            <a:endParaRPr sz="1100"/>
          </a:p>
        </p:txBody>
      </p:sp>
      <p:sp>
        <p:nvSpPr>
          <p:cNvPr id="477" name="Google Shape;477;p60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The God of Abraham.</a:t>
            </a:r>
            <a:endParaRPr sz="1100"/>
          </a:p>
        </p:txBody>
      </p:sp>
      <p:sp>
        <p:nvSpPr>
          <p:cNvPr id="478" name="Google Shape;478;p60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The Almighty.</a:t>
            </a:r>
            <a:endParaRPr sz="1100"/>
          </a:p>
        </p:txBody>
      </p:sp>
      <p:sp>
        <p:nvSpPr>
          <p:cNvPr id="479" name="Google Shape;479;p60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God Most High.</a:t>
            </a:r>
            <a:endParaRPr sz="1100"/>
          </a:p>
        </p:txBody>
      </p:sp>
      <p:sp>
        <p:nvSpPr>
          <p:cNvPr id="480" name="Google Shape;480;p60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The LORD God.</a:t>
            </a:r>
            <a:endParaRPr sz="11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61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2:4</a:t>
            </a:r>
            <a:endParaRPr sz="1100"/>
          </a:p>
        </p:txBody>
      </p:sp>
      <p:sp>
        <p:nvSpPr>
          <p:cNvPr id="486" name="Google Shape;486;p61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18. According to Genesis 2:4, what name is used for God in the account of the heavens and the earth?</a:t>
            </a:r>
            <a:endParaRPr sz="1100"/>
          </a:p>
        </p:txBody>
      </p:sp>
      <p:sp>
        <p:nvSpPr>
          <p:cNvPr id="487" name="Google Shape;487;p61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The God of Abraham.</a:t>
            </a:r>
            <a:endParaRPr sz="1100"/>
          </a:p>
        </p:txBody>
      </p:sp>
      <p:sp>
        <p:nvSpPr>
          <p:cNvPr id="488" name="Google Shape;488;p61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The Almighty.</a:t>
            </a:r>
            <a:endParaRPr sz="1100"/>
          </a:p>
        </p:txBody>
      </p:sp>
      <p:sp>
        <p:nvSpPr>
          <p:cNvPr id="489" name="Google Shape;489;p61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God Most High.</a:t>
            </a:r>
            <a:endParaRPr sz="1100"/>
          </a:p>
        </p:txBody>
      </p:sp>
      <p:sp>
        <p:nvSpPr>
          <p:cNvPr id="490" name="Google Shape;490;p61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D. The LORD God.</a:t>
            </a:r>
            <a:endParaRPr sz="11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62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2:16</a:t>
            </a:r>
            <a:endParaRPr sz="1100"/>
          </a:p>
        </p:txBody>
      </p:sp>
      <p:sp>
        <p:nvSpPr>
          <p:cNvPr id="496" name="Google Shape;496;p62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19. According to Genesis 2:16, what did God say man could freely eat from?</a:t>
            </a:r>
            <a:endParaRPr sz="1100"/>
          </a:p>
        </p:txBody>
      </p:sp>
      <p:sp>
        <p:nvSpPr>
          <p:cNvPr id="497" name="Google Shape;497;p62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Only the tree of life.</a:t>
            </a:r>
            <a:endParaRPr sz="1100"/>
          </a:p>
        </p:txBody>
      </p:sp>
      <p:sp>
        <p:nvSpPr>
          <p:cNvPr id="498" name="Google Shape;498;p62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Every tree of the garden.</a:t>
            </a:r>
            <a:endParaRPr sz="1100"/>
          </a:p>
        </p:txBody>
      </p:sp>
      <p:sp>
        <p:nvSpPr>
          <p:cNvPr id="499" name="Google Shape;499;p62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Every herb outside the garden.</a:t>
            </a:r>
            <a:endParaRPr sz="1100"/>
          </a:p>
        </p:txBody>
      </p:sp>
      <p:sp>
        <p:nvSpPr>
          <p:cNvPr id="500" name="Google Shape;500;p62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Only the trees near the river.</a:t>
            </a:r>
            <a:endParaRPr sz="11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63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2:16</a:t>
            </a:r>
            <a:endParaRPr sz="1100"/>
          </a:p>
        </p:txBody>
      </p:sp>
      <p:sp>
        <p:nvSpPr>
          <p:cNvPr id="506" name="Google Shape;506;p63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19. According to Genesis 2:16, what did God say man could freely eat from?</a:t>
            </a:r>
            <a:endParaRPr sz="1100"/>
          </a:p>
        </p:txBody>
      </p:sp>
      <p:sp>
        <p:nvSpPr>
          <p:cNvPr id="507" name="Google Shape;507;p63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Only the tree of life.</a:t>
            </a:r>
            <a:endParaRPr sz="1100"/>
          </a:p>
        </p:txBody>
      </p:sp>
      <p:sp>
        <p:nvSpPr>
          <p:cNvPr id="508" name="Google Shape;508;p63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B. Every tree of the garden.</a:t>
            </a:r>
            <a:endParaRPr sz="1100"/>
          </a:p>
        </p:txBody>
      </p:sp>
      <p:sp>
        <p:nvSpPr>
          <p:cNvPr id="509" name="Google Shape;509;p63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Every herb outside the garden.</a:t>
            </a:r>
            <a:endParaRPr sz="1100"/>
          </a:p>
        </p:txBody>
      </p:sp>
      <p:sp>
        <p:nvSpPr>
          <p:cNvPr id="510" name="Google Shape;510;p63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Only the trees near the river.</a:t>
            </a:r>
            <a:endParaRPr sz="11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64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2:9</a:t>
            </a:r>
            <a:endParaRPr sz="1100"/>
          </a:p>
        </p:txBody>
      </p:sp>
      <p:sp>
        <p:nvSpPr>
          <p:cNvPr id="516" name="Google Shape;516;p64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20. According to Genesis 2:9, how are the trees God made described?</a:t>
            </a:r>
            <a:endParaRPr sz="1100"/>
          </a:p>
        </p:txBody>
      </p:sp>
      <p:sp>
        <p:nvSpPr>
          <p:cNvPr id="517" name="Google Shape;517;p64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Tall and without fruit.</a:t>
            </a:r>
            <a:endParaRPr sz="1100"/>
          </a:p>
        </p:txBody>
      </p:sp>
      <p:sp>
        <p:nvSpPr>
          <p:cNvPr id="518" name="Google Shape;518;p64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Only useful for shade.</a:t>
            </a:r>
            <a:endParaRPr sz="1100"/>
          </a:p>
        </p:txBody>
      </p:sp>
      <p:sp>
        <p:nvSpPr>
          <p:cNvPr id="519" name="Google Shape;519;p64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Hidden from the man.</a:t>
            </a:r>
            <a:endParaRPr sz="1100"/>
          </a:p>
        </p:txBody>
      </p:sp>
      <p:sp>
        <p:nvSpPr>
          <p:cNvPr id="520" name="Google Shape;520;p64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Pleasant to the sight and good for food.</a:t>
            </a:r>
            <a:endParaRPr sz="11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1E8FF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65"/>
          <p:cNvSpPr txBox="1"/>
          <p:nvPr/>
        </p:nvSpPr>
        <p:spPr>
          <a:xfrm>
            <a:off x="377200" y="192024"/>
            <a:ext cx="8366983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Genesis 2:9</a:t>
            </a:r>
            <a:endParaRPr sz="1100"/>
          </a:p>
        </p:txBody>
      </p:sp>
      <p:sp>
        <p:nvSpPr>
          <p:cNvPr id="526" name="Google Shape;526;p65"/>
          <p:cNvSpPr txBox="1"/>
          <p:nvPr/>
        </p:nvSpPr>
        <p:spPr>
          <a:xfrm>
            <a:off x="514364" y="675000"/>
            <a:ext cx="8126947" cy="9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20. According to Genesis 2:9, how are the trees God made described?</a:t>
            </a:r>
            <a:endParaRPr sz="1100"/>
          </a:p>
        </p:txBody>
      </p:sp>
      <p:sp>
        <p:nvSpPr>
          <p:cNvPr id="527" name="Google Shape;527;p65"/>
          <p:cNvSpPr txBox="1"/>
          <p:nvPr/>
        </p:nvSpPr>
        <p:spPr>
          <a:xfrm>
            <a:off x="788691" y="1725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Tall and without fruit.</a:t>
            </a:r>
            <a:endParaRPr sz="1100"/>
          </a:p>
        </p:txBody>
      </p:sp>
      <p:sp>
        <p:nvSpPr>
          <p:cNvPr id="528" name="Google Shape;528;p65"/>
          <p:cNvSpPr txBox="1"/>
          <p:nvPr/>
        </p:nvSpPr>
        <p:spPr>
          <a:xfrm>
            <a:off x="788691" y="2362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Only useful for shade.</a:t>
            </a:r>
            <a:endParaRPr sz="1100"/>
          </a:p>
        </p:txBody>
      </p:sp>
      <p:sp>
        <p:nvSpPr>
          <p:cNvPr id="529" name="Google Shape;529;p65"/>
          <p:cNvSpPr txBox="1"/>
          <p:nvPr/>
        </p:nvSpPr>
        <p:spPr>
          <a:xfrm>
            <a:off x="788691" y="30000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Hidden from the man.</a:t>
            </a:r>
            <a:endParaRPr sz="1100"/>
          </a:p>
        </p:txBody>
      </p:sp>
      <p:sp>
        <p:nvSpPr>
          <p:cNvPr id="530" name="Google Shape;530;p65"/>
          <p:cNvSpPr txBox="1"/>
          <p:nvPr/>
        </p:nvSpPr>
        <p:spPr>
          <a:xfrm>
            <a:off x="788691" y="3637500"/>
            <a:ext cx="7544001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D. Pleasant to the sight and good for food.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