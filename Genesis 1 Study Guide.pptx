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54c29c9dc1e04ba5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54c29c9dc1e04ba5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54c29c9dc1e04ba5_3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h54c29c9dc1e04ba5_3_8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54c29c9dc1e04ba5_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h54c29c9dc1e04ba5_3_9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54c29c9dc1e04ba5_3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h54c29c9dc1e04ba5_3_10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54c29c9dc1e04ba5_3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h54c29c9dc1e04ba5_3_10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54c29c9dc1e04ba5_3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h54c29c9dc1e04ba5_3_11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54c29c9dc1e04ba5_3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h54c29c9dc1e04ba5_3_12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54c29c9dc1e04ba5_3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54c29c9dc1e04ba5_3_13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54c29c9dc1e04ba5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h54c29c9dc1e04ba5_3_14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54c29c9dc1e04ba5_3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h54c29c9dc1e04ba5_3_15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54c29c9dc1e04ba5_3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h54c29c9dc1e04ba5_3_16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54c29c9dc1e04ba5_3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h54c29c9dc1e04ba5_3_17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54c29c9dc1e04ba5_3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h54c29c9dc1e04ba5_3_1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54c29c9dc1e04ba5_3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h54c29c9dc1e04ba5_3_19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54c29c9dc1e04ba5_3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h54c29c9dc1e04ba5_3_19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54c29c9dc1e04ba5_3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h54c29c9dc1e04ba5_3_20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54c29c9dc1e04ba5_3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h54c29c9dc1e04ba5_3_21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54c29c9dc1e04ba5_3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h54c29c9dc1e04ba5_3_22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54c29c9dc1e04ba5_3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h54c29c9dc1e04ba5_3_23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54c29c9dc1e04ba5_3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h54c29c9dc1e04ba5_3_24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54c29c9dc1e04ba5_3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h54c29c9dc1e04ba5_3_25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54c29c9dc1e04ba5_3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h54c29c9dc1e04ba5_3_26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h54c29c9dc1e04ba5_3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h54c29c9dc1e04ba5_3_27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54c29c9dc1e04ba5_3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h54c29c9dc1e04ba5_3_28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54c29c9dc1e04ba5_3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h54c29c9dc1e04ba5_3_28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h54c29c9dc1e04ba5_3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h54c29c9dc1e04ba5_3_29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h54c29c9dc1e04ba5_3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h54c29c9dc1e04ba5_3_30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h54c29c9dc1e04ba5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h54c29c9dc1e04ba5_3_31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h54c29c9dc1e04ba5_3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h54c29c9dc1e04ba5_3_32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54c29c9dc1e04ba5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h54c29c9dc1e04ba5_3_33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h54c29c9dc1e04ba5_3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h54c29c9dc1e04ba5_3_34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h54c29c9dc1e04ba5_3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h54c29c9dc1e04ba5_3_35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h54c29c9dc1e04ba5_3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h54c29c9dc1e04ba5_3_36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h54c29c9dc1e04ba5_3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h54c29c9dc1e04ba5_3_37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h54c29c9dc1e04ba5_3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h54c29c9dc1e04ba5_3_37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h54c29c9dc1e04ba5_3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h54c29c9dc1e04ba5_3_38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h54c29c9dc1e04ba5_3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h54c29c9dc1e04ba5_3_39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h54c29c9dc1e04ba5_3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h54c29c9dc1e04ba5_3_40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h54c29c9dc1e04ba5_3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h54c29c9dc1e04ba5_3_41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54c29c9dc1e04ba5_3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h54c29c9dc1e04ba5_3_42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h54c29c9dc1e04ba5_3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h54c29c9dc1e04ba5_3_43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h54c29c9dc1e04ba5_3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h54c29c9dc1e04ba5_3_44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h54c29c9dc1e04ba5_3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h54c29c9dc1e04ba5_3_45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h54c29c9dc1e04ba5_3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h54c29c9dc1e04ba5_3_46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h54c29c9dc1e04ba5_3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h54c29c9dc1e04ba5_3_46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48655" y="891540"/>
            <a:ext cx="80241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</a:t>
            </a:r>
            <a:endParaRPr sz="5700"/>
          </a:p>
        </p:txBody>
      </p:sp>
      <p:sp>
        <p:nvSpPr>
          <p:cNvPr id="130" name="Google Shape;130;p25"/>
          <p:cNvSpPr txBox="1"/>
          <p:nvPr/>
        </p:nvSpPr>
        <p:spPr>
          <a:xfrm>
            <a:off x="891564" y="2057400"/>
            <a:ext cx="73383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Guide</a:t>
            </a:r>
            <a:endParaRPr sz="4600"/>
          </a:p>
        </p:txBody>
      </p:sp>
      <p:sp>
        <p:nvSpPr>
          <p:cNvPr id="131" name="Google Shape;131;p25"/>
          <p:cNvSpPr txBox="1"/>
          <p:nvPr/>
        </p:nvSpPr>
        <p:spPr>
          <a:xfrm>
            <a:off x="1028727" y="2948940"/>
            <a:ext cx="70639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1:3</a:t>
            </a:r>
            <a:endParaRPr sz="1100"/>
          </a:p>
        </p:txBody>
      </p:sp>
      <p:sp>
        <p:nvSpPr>
          <p:cNvPr id="137" name="Google Shape;137;p26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According to Genesis 1:3, what did God say?</a:t>
            </a:r>
            <a:endParaRPr sz="1100"/>
          </a:p>
        </p:txBody>
      </p:sp>
      <p:sp>
        <p:nvSpPr>
          <p:cNvPr id="138" name="Google Shape;138;p26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Let the earth bring forth</a:t>
            </a:r>
            <a:endParaRPr sz="1100"/>
          </a:p>
        </p:txBody>
      </p:sp>
      <p:sp>
        <p:nvSpPr>
          <p:cNvPr id="139" name="Google Shape;139;p26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Let Us make man</a:t>
            </a:r>
            <a:endParaRPr sz="1100"/>
          </a:p>
        </p:txBody>
      </p:sp>
      <p:sp>
        <p:nvSpPr>
          <p:cNvPr id="140" name="Google Shape;140;p26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Let there be light</a:t>
            </a:r>
            <a:endParaRPr sz="1100"/>
          </a:p>
        </p:txBody>
      </p:sp>
      <p:sp>
        <p:nvSpPr>
          <p:cNvPr id="141" name="Google Shape;141;p26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Let the waters be gathered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1:3</a:t>
            </a:r>
            <a:endParaRPr sz="1100"/>
          </a:p>
        </p:txBody>
      </p:sp>
      <p:sp>
        <p:nvSpPr>
          <p:cNvPr id="147" name="Google Shape;147;p27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According to Genesis 1:3, what did God say?</a:t>
            </a:r>
            <a:endParaRPr sz="1100"/>
          </a:p>
        </p:txBody>
      </p:sp>
      <p:sp>
        <p:nvSpPr>
          <p:cNvPr id="148" name="Google Shape;148;p27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Let the earth bring forth</a:t>
            </a:r>
            <a:endParaRPr sz="1100"/>
          </a:p>
        </p:txBody>
      </p:sp>
      <p:sp>
        <p:nvSpPr>
          <p:cNvPr id="149" name="Google Shape;149;p27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Let Us make man</a:t>
            </a:r>
            <a:endParaRPr sz="1100"/>
          </a:p>
        </p:txBody>
      </p:sp>
      <p:sp>
        <p:nvSpPr>
          <p:cNvPr id="150" name="Google Shape;150;p27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Let there be light</a:t>
            </a:r>
            <a:endParaRPr sz="1100"/>
          </a:p>
        </p:txBody>
      </p:sp>
      <p:sp>
        <p:nvSpPr>
          <p:cNvPr id="151" name="Google Shape;151;p27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Let the waters be gathered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1:16</a:t>
            </a:r>
            <a:endParaRPr sz="1100"/>
          </a:p>
        </p:txBody>
      </p:sp>
      <p:sp>
        <p:nvSpPr>
          <p:cNvPr id="157" name="Google Shape;157;p28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According to Genesis 1:16, what two great lights did God make?</a:t>
            </a:r>
            <a:endParaRPr sz="1100"/>
          </a:p>
        </p:txBody>
      </p:sp>
      <p:sp>
        <p:nvSpPr>
          <p:cNvPr id="158" name="Google Shape;158;p28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greater light and the lesser light</a:t>
            </a:r>
            <a:endParaRPr sz="1100"/>
          </a:p>
        </p:txBody>
      </p:sp>
      <p:sp>
        <p:nvSpPr>
          <p:cNvPr id="159" name="Google Shape;159;p28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sun and the stars only</a:t>
            </a:r>
            <a:endParaRPr sz="1100"/>
          </a:p>
        </p:txBody>
      </p:sp>
      <p:sp>
        <p:nvSpPr>
          <p:cNvPr id="160" name="Google Shape;160;p28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moon and the stars only</a:t>
            </a:r>
            <a:endParaRPr sz="1100"/>
          </a:p>
        </p:txBody>
      </p:sp>
      <p:sp>
        <p:nvSpPr>
          <p:cNvPr id="161" name="Google Shape;161;p28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morning light and evening light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1:16</a:t>
            </a:r>
            <a:endParaRPr sz="1100"/>
          </a:p>
        </p:txBody>
      </p:sp>
      <p:sp>
        <p:nvSpPr>
          <p:cNvPr id="167" name="Google Shape;167;p29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According to Genesis 1:16, what two great lights did God make?</a:t>
            </a:r>
            <a:endParaRPr sz="1100"/>
          </a:p>
        </p:txBody>
      </p:sp>
      <p:sp>
        <p:nvSpPr>
          <p:cNvPr id="168" name="Google Shape;168;p29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The greater light and the lesser light</a:t>
            </a:r>
            <a:endParaRPr sz="1100"/>
          </a:p>
        </p:txBody>
      </p:sp>
      <p:sp>
        <p:nvSpPr>
          <p:cNvPr id="169" name="Google Shape;169;p29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sun and the stars only</a:t>
            </a:r>
            <a:endParaRPr sz="1100"/>
          </a:p>
        </p:txBody>
      </p:sp>
      <p:sp>
        <p:nvSpPr>
          <p:cNvPr id="170" name="Google Shape;170;p29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moon and the stars only</a:t>
            </a:r>
            <a:endParaRPr sz="1100"/>
          </a:p>
        </p:txBody>
      </p:sp>
      <p:sp>
        <p:nvSpPr>
          <p:cNvPr id="171" name="Google Shape;171;p29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morning light and evening light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1:26</a:t>
            </a:r>
            <a:endParaRPr sz="1100"/>
          </a:p>
        </p:txBody>
      </p:sp>
      <p:sp>
        <p:nvSpPr>
          <p:cNvPr id="177" name="Google Shape;177;p30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According to Genesis 1:26, in whose image and likeness was man to be made?</a:t>
            </a:r>
            <a:endParaRPr sz="1100"/>
          </a:p>
        </p:txBody>
      </p:sp>
      <p:sp>
        <p:nvSpPr>
          <p:cNvPr id="178" name="Google Shape;178;p30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animals' image and likeness</a:t>
            </a:r>
            <a:endParaRPr sz="1100"/>
          </a:p>
        </p:txBody>
      </p:sp>
      <p:sp>
        <p:nvSpPr>
          <p:cNvPr id="179" name="Google Shape;179;p30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angels' image and likeness</a:t>
            </a:r>
            <a:endParaRPr sz="1100"/>
          </a:p>
        </p:txBody>
      </p:sp>
      <p:sp>
        <p:nvSpPr>
          <p:cNvPr id="180" name="Google Shape;180;p30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earth's image and likeness</a:t>
            </a:r>
            <a:endParaRPr sz="1100"/>
          </a:p>
        </p:txBody>
      </p:sp>
      <p:sp>
        <p:nvSpPr>
          <p:cNvPr id="181" name="Google Shape;181;p30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God's image and likeness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1:26</a:t>
            </a:r>
            <a:endParaRPr sz="1100"/>
          </a:p>
        </p:txBody>
      </p:sp>
      <p:sp>
        <p:nvSpPr>
          <p:cNvPr id="187" name="Google Shape;187;p31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According to Genesis 1:26, in whose image and likeness was man to be made?</a:t>
            </a:r>
            <a:endParaRPr sz="1100"/>
          </a:p>
        </p:txBody>
      </p:sp>
      <p:sp>
        <p:nvSpPr>
          <p:cNvPr id="188" name="Google Shape;188;p31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animals' image and likeness</a:t>
            </a:r>
            <a:endParaRPr sz="1100"/>
          </a:p>
        </p:txBody>
      </p:sp>
      <p:sp>
        <p:nvSpPr>
          <p:cNvPr id="189" name="Google Shape;189;p31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angels' image and likeness</a:t>
            </a:r>
            <a:endParaRPr sz="1100"/>
          </a:p>
        </p:txBody>
      </p:sp>
      <p:sp>
        <p:nvSpPr>
          <p:cNvPr id="190" name="Google Shape;190;p31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earth's image and likeness</a:t>
            </a:r>
            <a:endParaRPr sz="1100"/>
          </a:p>
        </p:txBody>
      </p:sp>
      <p:sp>
        <p:nvSpPr>
          <p:cNvPr id="191" name="Google Shape;191;p31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God's image and likeness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1:31</a:t>
            </a:r>
            <a:endParaRPr sz="1100"/>
          </a:p>
        </p:txBody>
      </p:sp>
      <p:sp>
        <p:nvSpPr>
          <p:cNvPr id="197" name="Google Shape;197;p32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According to Genesis 1:31, how did God describe everything He had made?</a:t>
            </a:r>
            <a:endParaRPr sz="1100"/>
          </a:p>
        </p:txBody>
      </p:sp>
      <p:sp>
        <p:nvSpPr>
          <p:cNvPr id="198" name="Google Shape;198;p32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Without change</a:t>
            </a:r>
            <a:endParaRPr sz="1100"/>
          </a:p>
        </p:txBody>
      </p:sp>
      <p:sp>
        <p:nvSpPr>
          <p:cNvPr id="199" name="Google Shape;199;p32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Very good</a:t>
            </a:r>
            <a:endParaRPr sz="1100"/>
          </a:p>
        </p:txBody>
      </p:sp>
      <p:sp>
        <p:nvSpPr>
          <p:cNvPr id="200" name="Google Shape;200;p32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Perfectly finished</a:t>
            </a:r>
            <a:endParaRPr sz="1100"/>
          </a:p>
        </p:txBody>
      </p:sp>
      <p:sp>
        <p:nvSpPr>
          <p:cNvPr id="201" name="Google Shape;201;p32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Good enough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1:31</a:t>
            </a:r>
            <a:endParaRPr sz="1100"/>
          </a:p>
        </p:txBody>
      </p:sp>
      <p:sp>
        <p:nvSpPr>
          <p:cNvPr id="207" name="Google Shape;207;p33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According to Genesis 1:31, how did God describe everything He had made?</a:t>
            </a:r>
            <a:endParaRPr sz="1100"/>
          </a:p>
        </p:txBody>
      </p:sp>
      <p:sp>
        <p:nvSpPr>
          <p:cNvPr id="208" name="Google Shape;208;p33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Without change</a:t>
            </a:r>
            <a:endParaRPr sz="1100"/>
          </a:p>
        </p:txBody>
      </p:sp>
      <p:sp>
        <p:nvSpPr>
          <p:cNvPr id="209" name="Google Shape;209;p33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Very good</a:t>
            </a:r>
            <a:endParaRPr sz="1100"/>
          </a:p>
        </p:txBody>
      </p:sp>
      <p:sp>
        <p:nvSpPr>
          <p:cNvPr id="210" name="Google Shape;210;p33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Perfectly finished</a:t>
            </a:r>
            <a:endParaRPr sz="1100"/>
          </a:p>
        </p:txBody>
      </p:sp>
      <p:sp>
        <p:nvSpPr>
          <p:cNvPr id="211" name="Google Shape;211;p33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Good enough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1:8</a:t>
            </a:r>
            <a:endParaRPr sz="1100"/>
          </a:p>
        </p:txBody>
      </p:sp>
      <p:sp>
        <p:nvSpPr>
          <p:cNvPr id="217" name="Google Shape;217;p34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According to Genesis 1:8, what did God call the firmament?</a:t>
            </a:r>
            <a:endParaRPr sz="1100"/>
          </a:p>
        </p:txBody>
      </p:sp>
      <p:sp>
        <p:nvSpPr>
          <p:cNvPr id="218" name="Google Shape;218;p34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Eden</a:t>
            </a:r>
            <a:endParaRPr sz="1100"/>
          </a:p>
        </p:txBody>
      </p:sp>
      <p:sp>
        <p:nvSpPr>
          <p:cNvPr id="219" name="Google Shape;219;p34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Heaven</a:t>
            </a:r>
            <a:endParaRPr sz="1100"/>
          </a:p>
        </p:txBody>
      </p:sp>
      <p:sp>
        <p:nvSpPr>
          <p:cNvPr id="220" name="Google Shape;220;p34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Earth</a:t>
            </a:r>
            <a:endParaRPr sz="1100"/>
          </a:p>
        </p:txBody>
      </p:sp>
      <p:sp>
        <p:nvSpPr>
          <p:cNvPr id="221" name="Google Shape;221;p34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Sea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1:8</a:t>
            </a:r>
            <a:endParaRPr sz="1100"/>
          </a:p>
        </p:txBody>
      </p:sp>
      <p:sp>
        <p:nvSpPr>
          <p:cNvPr id="227" name="Google Shape;227;p35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According to Genesis 1:8, what did God call the firmament?</a:t>
            </a:r>
            <a:endParaRPr sz="1100"/>
          </a:p>
        </p:txBody>
      </p:sp>
      <p:sp>
        <p:nvSpPr>
          <p:cNvPr id="228" name="Google Shape;228;p35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Eden</a:t>
            </a:r>
            <a:endParaRPr sz="1100"/>
          </a:p>
        </p:txBody>
      </p:sp>
      <p:sp>
        <p:nvSpPr>
          <p:cNvPr id="229" name="Google Shape;229;p35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Heaven</a:t>
            </a:r>
            <a:endParaRPr sz="1100"/>
          </a:p>
        </p:txBody>
      </p:sp>
      <p:sp>
        <p:nvSpPr>
          <p:cNvPr id="230" name="Google Shape;230;p35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Earth</a:t>
            </a:r>
            <a:endParaRPr sz="1100"/>
          </a:p>
        </p:txBody>
      </p:sp>
      <p:sp>
        <p:nvSpPr>
          <p:cNvPr id="231" name="Google Shape;231;p35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Sea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1:16</a:t>
            </a:r>
            <a:endParaRPr sz="1100"/>
          </a:p>
        </p:txBody>
      </p:sp>
      <p:sp>
        <p:nvSpPr>
          <p:cNvPr id="237" name="Google Shape;237;p36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According to Genesis 1:16, what else did God make?</a:t>
            </a:r>
            <a:endParaRPr sz="1100"/>
          </a:p>
        </p:txBody>
      </p:sp>
      <p:sp>
        <p:nvSpPr>
          <p:cNvPr id="238" name="Google Shape;238;p36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clouds</a:t>
            </a:r>
            <a:endParaRPr sz="1100"/>
          </a:p>
        </p:txBody>
      </p:sp>
      <p:sp>
        <p:nvSpPr>
          <p:cNvPr id="239" name="Google Shape;239;p36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mountains</a:t>
            </a:r>
            <a:endParaRPr sz="1100"/>
          </a:p>
        </p:txBody>
      </p:sp>
      <p:sp>
        <p:nvSpPr>
          <p:cNvPr id="240" name="Google Shape;240;p36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rivers</a:t>
            </a:r>
            <a:endParaRPr sz="1100"/>
          </a:p>
        </p:txBody>
      </p:sp>
      <p:sp>
        <p:nvSpPr>
          <p:cNvPr id="241" name="Google Shape;241;p36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stars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1:16</a:t>
            </a:r>
            <a:endParaRPr sz="1100"/>
          </a:p>
        </p:txBody>
      </p:sp>
      <p:sp>
        <p:nvSpPr>
          <p:cNvPr id="247" name="Google Shape;247;p37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According to Genesis 1:16, what else did God make?</a:t>
            </a:r>
            <a:endParaRPr sz="1100"/>
          </a:p>
        </p:txBody>
      </p:sp>
      <p:sp>
        <p:nvSpPr>
          <p:cNvPr id="248" name="Google Shape;248;p37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clouds</a:t>
            </a:r>
            <a:endParaRPr sz="1100"/>
          </a:p>
        </p:txBody>
      </p:sp>
      <p:sp>
        <p:nvSpPr>
          <p:cNvPr id="249" name="Google Shape;249;p37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mountains</a:t>
            </a:r>
            <a:endParaRPr sz="1100"/>
          </a:p>
        </p:txBody>
      </p:sp>
      <p:sp>
        <p:nvSpPr>
          <p:cNvPr id="250" name="Google Shape;250;p37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rivers</a:t>
            </a:r>
            <a:endParaRPr sz="1100"/>
          </a:p>
        </p:txBody>
      </p:sp>
      <p:sp>
        <p:nvSpPr>
          <p:cNvPr id="251" name="Google Shape;251;p37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The stars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1:6</a:t>
            </a:r>
            <a:endParaRPr sz="1100"/>
          </a:p>
        </p:txBody>
      </p:sp>
      <p:sp>
        <p:nvSpPr>
          <p:cNvPr id="257" name="Google Shape;257;p38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According to Genesis 1:6, what did God make to divide the waters?</a:t>
            </a:r>
            <a:endParaRPr sz="1100"/>
          </a:p>
        </p:txBody>
      </p:sp>
      <p:sp>
        <p:nvSpPr>
          <p:cNvPr id="258" name="Google Shape;258;p38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A firmament</a:t>
            </a:r>
            <a:endParaRPr sz="1100"/>
          </a:p>
        </p:txBody>
      </p:sp>
      <p:sp>
        <p:nvSpPr>
          <p:cNvPr id="259" name="Google Shape;259;p38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cloud</a:t>
            </a:r>
            <a:endParaRPr sz="1100"/>
          </a:p>
        </p:txBody>
      </p:sp>
      <p:sp>
        <p:nvSpPr>
          <p:cNvPr id="260" name="Google Shape;260;p38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 river</a:t>
            </a:r>
            <a:endParaRPr sz="1100"/>
          </a:p>
        </p:txBody>
      </p:sp>
      <p:sp>
        <p:nvSpPr>
          <p:cNvPr id="261" name="Google Shape;261;p38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 mountain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1:6</a:t>
            </a:r>
            <a:endParaRPr sz="1100"/>
          </a:p>
        </p:txBody>
      </p:sp>
      <p:sp>
        <p:nvSpPr>
          <p:cNvPr id="267" name="Google Shape;267;p39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According to Genesis 1:6, what did God make to divide the waters?</a:t>
            </a:r>
            <a:endParaRPr sz="1100"/>
          </a:p>
        </p:txBody>
      </p:sp>
      <p:sp>
        <p:nvSpPr>
          <p:cNvPr id="268" name="Google Shape;268;p39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A firmament</a:t>
            </a:r>
            <a:endParaRPr sz="1100"/>
          </a:p>
        </p:txBody>
      </p:sp>
      <p:sp>
        <p:nvSpPr>
          <p:cNvPr id="269" name="Google Shape;269;p39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cloud</a:t>
            </a:r>
            <a:endParaRPr sz="1100"/>
          </a:p>
        </p:txBody>
      </p:sp>
      <p:sp>
        <p:nvSpPr>
          <p:cNvPr id="270" name="Google Shape;270;p39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 river</a:t>
            </a:r>
            <a:endParaRPr sz="1100"/>
          </a:p>
        </p:txBody>
      </p:sp>
      <p:sp>
        <p:nvSpPr>
          <p:cNvPr id="271" name="Google Shape;271;p39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 mountain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</a:t>
            </a:r>
            <a:endParaRPr sz="1100"/>
          </a:p>
        </p:txBody>
      </p:sp>
      <p:sp>
        <p:nvSpPr>
          <p:cNvPr id="277" name="Google Shape;277;p40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According to Genesis 1:1, what did God create in the beginning?</a:t>
            </a:r>
            <a:endParaRPr sz="1100"/>
          </a:p>
        </p:txBody>
      </p:sp>
      <p:sp>
        <p:nvSpPr>
          <p:cNvPr id="278" name="Google Shape;278;p40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Man and woman</a:t>
            </a:r>
            <a:endParaRPr sz="1100"/>
          </a:p>
        </p:txBody>
      </p:sp>
      <p:sp>
        <p:nvSpPr>
          <p:cNvPr id="279" name="Google Shape;279;p40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sun and moon</a:t>
            </a:r>
            <a:endParaRPr sz="1100"/>
          </a:p>
        </p:txBody>
      </p:sp>
      <p:sp>
        <p:nvSpPr>
          <p:cNvPr id="280" name="Google Shape;280;p40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heavens and the earth</a:t>
            </a:r>
            <a:endParaRPr sz="1100"/>
          </a:p>
        </p:txBody>
      </p:sp>
      <p:sp>
        <p:nvSpPr>
          <p:cNvPr id="281" name="Google Shape;281;p40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land and seas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</a:t>
            </a:r>
            <a:endParaRPr sz="1100"/>
          </a:p>
        </p:txBody>
      </p:sp>
      <p:sp>
        <p:nvSpPr>
          <p:cNvPr id="287" name="Google Shape;287;p41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According to Genesis 1:1, what did God create in the beginning?</a:t>
            </a:r>
            <a:endParaRPr sz="1100"/>
          </a:p>
        </p:txBody>
      </p:sp>
      <p:sp>
        <p:nvSpPr>
          <p:cNvPr id="288" name="Google Shape;288;p41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Man and woman</a:t>
            </a:r>
            <a:endParaRPr sz="1100"/>
          </a:p>
        </p:txBody>
      </p:sp>
      <p:sp>
        <p:nvSpPr>
          <p:cNvPr id="289" name="Google Shape;289;p41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sun and moon</a:t>
            </a:r>
            <a:endParaRPr sz="1100"/>
          </a:p>
        </p:txBody>
      </p:sp>
      <p:sp>
        <p:nvSpPr>
          <p:cNvPr id="290" name="Google Shape;290;p41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The heavens and the earth</a:t>
            </a:r>
            <a:endParaRPr sz="1100"/>
          </a:p>
        </p:txBody>
      </p:sp>
      <p:sp>
        <p:nvSpPr>
          <p:cNvPr id="291" name="Google Shape;291;p41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land and seas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</a:t>
            </a:r>
            <a:endParaRPr sz="1100"/>
          </a:p>
        </p:txBody>
      </p:sp>
      <p:sp>
        <p:nvSpPr>
          <p:cNvPr id="297" name="Google Shape;297;p42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According to Genesis 1:2, what was hovering over the face of the waters?</a:t>
            </a:r>
            <a:endParaRPr sz="1100"/>
          </a:p>
        </p:txBody>
      </p:sp>
      <p:sp>
        <p:nvSpPr>
          <p:cNvPr id="298" name="Google Shape;298;p42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sun</a:t>
            </a:r>
            <a:endParaRPr sz="1100"/>
          </a:p>
        </p:txBody>
      </p:sp>
      <p:sp>
        <p:nvSpPr>
          <p:cNvPr id="299" name="Google Shape;299;p42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An angel of the LORD</a:t>
            </a:r>
            <a:endParaRPr sz="1100"/>
          </a:p>
        </p:txBody>
      </p:sp>
      <p:sp>
        <p:nvSpPr>
          <p:cNvPr id="300" name="Google Shape;300;p42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 great wind</a:t>
            </a:r>
            <a:endParaRPr sz="1100"/>
          </a:p>
        </p:txBody>
      </p:sp>
      <p:sp>
        <p:nvSpPr>
          <p:cNvPr id="301" name="Google Shape;301;p42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Spirit of God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</a:t>
            </a:r>
            <a:endParaRPr sz="1100"/>
          </a:p>
        </p:txBody>
      </p:sp>
      <p:sp>
        <p:nvSpPr>
          <p:cNvPr id="307" name="Google Shape;307;p43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According to Genesis 1:2, what was hovering over the face of the waters?</a:t>
            </a:r>
            <a:endParaRPr sz="1100"/>
          </a:p>
        </p:txBody>
      </p:sp>
      <p:sp>
        <p:nvSpPr>
          <p:cNvPr id="308" name="Google Shape;308;p43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sun</a:t>
            </a:r>
            <a:endParaRPr sz="1100"/>
          </a:p>
        </p:txBody>
      </p:sp>
      <p:sp>
        <p:nvSpPr>
          <p:cNvPr id="309" name="Google Shape;309;p43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An angel of the LORD</a:t>
            </a:r>
            <a:endParaRPr sz="1100"/>
          </a:p>
        </p:txBody>
      </p:sp>
      <p:sp>
        <p:nvSpPr>
          <p:cNvPr id="310" name="Google Shape;310;p43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 great wind</a:t>
            </a:r>
            <a:endParaRPr sz="1100"/>
          </a:p>
        </p:txBody>
      </p:sp>
      <p:sp>
        <p:nvSpPr>
          <p:cNvPr id="311" name="Google Shape;311;p43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The Spirit of God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1:24</a:t>
            </a:r>
            <a:endParaRPr sz="1100"/>
          </a:p>
        </p:txBody>
      </p:sp>
      <p:sp>
        <p:nvSpPr>
          <p:cNvPr id="317" name="Google Shape;317;p44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According to Genesis 1:24, what did God command the earth to bring forth?</a:t>
            </a:r>
            <a:endParaRPr sz="1100"/>
          </a:p>
        </p:txBody>
      </p:sp>
      <p:sp>
        <p:nvSpPr>
          <p:cNvPr id="318" name="Google Shape;318;p44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Every bird of the air</a:t>
            </a:r>
            <a:endParaRPr sz="1100"/>
          </a:p>
        </p:txBody>
      </p:sp>
      <p:sp>
        <p:nvSpPr>
          <p:cNvPr id="319" name="Google Shape;319;p44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Living creatures according to their kind</a:t>
            </a:r>
            <a:endParaRPr sz="1100"/>
          </a:p>
        </p:txBody>
      </p:sp>
      <p:sp>
        <p:nvSpPr>
          <p:cNvPr id="320" name="Google Shape;320;p44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Every creature of the sea</a:t>
            </a:r>
            <a:endParaRPr sz="1100"/>
          </a:p>
        </p:txBody>
      </p:sp>
      <p:sp>
        <p:nvSpPr>
          <p:cNvPr id="321" name="Google Shape;321;p44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Great lights in the firmament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1:24</a:t>
            </a:r>
            <a:endParaRPr sz="1100"/>
          </a:p>
        </p:txBody>
      </p:sp>
      <p:sp>
        <p:nvSpPr>
          <p:cNvPr id="327" name="Google Shape;327;p45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According to Genesis 1:24, what did God command the earth to bring forth?</a:t>
            </a:r>
            <a:endParaRPr sz="1100"/>
          </a:p>
        </p:txBody>
      </p:sp>
      <p:sp>
        <p:nvSpPr>
          <p:cNvPr id="328" name="Google Shape;328;p45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Every bird of the air</a:t>
            </a:r>
            <a:endParaRPr sz="1100"/>
          </a:p>
        </p:txBody>
      </p:sp>
      <p:sp>
        <p:nvSpPr>
          <p:cNvPr id="329" name="Google Shape;329;p45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Living creatures according to their kind</a:t>
            </a:r>
            <a:endParaRPr sz="1100"/>
          </a:p>
        </p:txBody>
      </p:sp>
      <p:sp>
        <p:nvSpPr>
          <p:cNvPr id="330" name="Google Shape;330;p45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Every creature of the sea</a:t>
            </a:r>
            <a:endParaRPr sz="1100"/>
          </a:p>
        </p:txBody>
      </p:sp>
      <p:sp>
        <p:nvSpPr>
          <p:cNvPr id="331" name="Google Shape;331;p45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Great lights in the firmament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1:27</a:t>
            </a:r>
            <a:endParaRPr sz="1100"/>
          </a:p>
        </p:txBody>
      </p:sp>
      <p:sp>
        <p:nvSpPr>
          <p:cNvPr id="337" name="Google Shape;337;p46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 According to Genesis 1:27, how did God create mankind?</a:t>
            </a:r>
            <a:endParaRPr sz="1100"/>
          </a:p>
        </p:txBody>
      </p:sp>
      <p:sp>
        <p:nvSpPr>
          <p:cNvPr id="338" name="Google Shape;338;p46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Only female</a:t>
            </a:r>
            <a:endParaRPr sz="1100"/>
          </a:p>
        </p:txBody>
      </p:sp>
      <p:sp>
        <p:nvSpPr>
          <p:cNvPr id="339" name="Google Shape;339;p46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Only male</a:t>
            </a:r>
            <a:endParaRPr sz="1100"/>
          </a:p>
        </p:txBody>
      </p:sp>
      <p:sp>
        <p:nvSpPr>
          <p:cNvPr id="340" name="Google Shape;340;p46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Male and female</a:t>
            </a:r>
            <a:endParaRPr sz="1100"/>
          </a:p>
        </p:txBody>
      </p:sp>
      <p:sp>
        <p:nvSpPr>
          <p:cNvPr id="341" name="Google Shape;341;p46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As spirits only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1:27</a:t>
            </a:r>
            <a:endParaRPr sz="1100"/>
          </a:p>
        </p:txBody>
      </p:sp>
      <p:sp>
        <p:nvSpPr>
          <p:cNvPr id="347" name="Google Shape;347;p47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 According to Genesis 1:27, how did God create mankind?</a:t>
            </a:r>
            <a:endParaRPr sz="1100"/>
          </a:p>
        </p:txBody>
      </p:sp>
      <p:sp>
        <p:nvSpPr>
          <p:cNvPr id="348" name="Google Shape;348;p47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Only female</a:t>
            </a:r>
            <a:endParaRPr sz="1100"/>
          </a:p>
        </p:txBody>
      </p:sp>
      <p:sp>
        <p:nvSpPr>
          <p:cNvPr id="349" name="Google Shape;349;p47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Only male</a:t>
            </a:r>
            <a:endParaRPr sz="1100"/>
          </a:p>
        </p:txBody>
      </p:sp>
      <p:sp>
        <p:nvSpPr>
          <p:cNvPr id="350" name="Google Shape;350;p47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Male and female</a:t>
            </a:r>
            <a:endParaRPr sz="1100"/>
          </a:p>
        </p:txBody>
      </p:sp>
      <p:sp>
        <p:nvSpPr>
          <p:cNvPr id="351" name="Google Shape;351;p47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As spirits only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1:10</a:t>
            </a:r>
            <a:endParaRPr sz="1100"/>
          </a:p>
        </p:txBody>
      </p:sp>
      <p:sp>
        <p:nvSpPr>
          <p:cNvPr id="357" name="Google Shape;357;p48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 According to Genesis 1:10, what did God call the dry land and the gathered waters?</a:t>
            </a:r>
            <a:endParaRPr sz="1100"/>
          </a:p>
        </p:txBody>
      </p:sp>
      <p:sp>
        <p:nvSpPr>
          <p:cNvPr id="358" name="Google Shape;358;p48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Earth and Seas</a:t>
            </a:r>
            <a:endParaRPr sz="1100"/>
          </a:p>
        </p:txBody>
      </p:sp>
      <p:sp>
        <p:nvSpPr>
          <p:cNvPr id="359" name="Google Shape;359;p48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World and Waters</a:t>
            </a:r>
            <a:endParaRPr sz="1100"/>
          </a:p>
        </p:txBody>
      </p:sp>
      <p:sp>
        <p:nvSpPr>
          <p:cNvPr id="360" name="Google Shape;360;p48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Ground and Oceans</a:t>
            </a:r>
            <a:endParaRPr sz="1100"/>
          </a:p>
        </p:txBody>
      </p:sp>
      <p:sp>
        <p:nvSpPr>
          <p:cNvPr id="361" name="Google Shape;361;p48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Land and Rivers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1:10</a:t>
            </a:r>
            <a:endParaRPr sz="1100"/>
          </a:p>
        </p:txBody>
      </p:sp>
      <p:sp>
        <p:nvSpPr>
          <p:cNvPr id="367" name="Google Shape;367;p49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 According to Genesis 1:10, what did God call the dry land and the gathered waters?</a:t>
            </a:r>
            <a:endParaRPr sz="1100"/>
          </a:p>
        </p:txBody>
      </p:sp>
      <p:sp>
        <p:nvSpPr>
          <p:cNvPr id="368" name="Google Shape;368;p49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Earth and Seas</a:t>
            </a:r>
            <a:endParaRPr sz="1100"/>
          </a:p>
        </p:txBody>
      </p:sp>
      <p:sp>
        <p:nvSpPr>
          <p:cNvPr id="369" name="Google Shape;369;p49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World and Waters</a:t>
            </a:r>
            <a:endParaRPr sz="1100"/>
          </a:p>
        </p:txBody>
      </p:sp>
      <p:sp>
        <p:nvSpPr>
          <p:cNvPr id="370" name="Google Shape;370;p49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Ground and Oceans</a:t>
            </a:r>
            <a:endParaRPr sz="1100"/>
          </a:p>
        </p:txBody>
      </p:sp>
      <p:sp>
        <p:nvSpPr>
          <p:cNvPr id="371" name="Google Shape;371;p49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Land and Rivers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1:9</a:t>
            </a:r>
            <a:endParaRPr sz="1100"/>
          </a:p>
        </p:txBody>
      </p:sp>
      <p:sp>
        <p:nvSpPr>
          <p:cNvPr id="377" name="Google Shape;377;p50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 According to Genesis 1:9, what did God command the waters under the heavens to do?</a:t>
            </a:r>
            <a:endParaRPr sz="1100"/>
          </a:p>
        </p:txBody>
      </p:sp>
      <p:sp>
        <p:nvSpPr>
          <p:cNvPr id="378" name="Google Shape;378;p50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Be gathered together into one place</a:t>
            </a:r>
            <a:endParaRPr sz="1100"/>
          </a:p>
        </p:txBody>
      </p:sp>
      <p:sp>
        <p:nvSpPr>
          <p:cNvPr id="379" name="Google Shape;379;p50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Cover the whole earth</a:t>
            </a:r>
            <a:endParaRPr sz="1100"/>
          </a:p>
        </p:txBody>
      </p:sp>
      <p:sp>
        <p:nvSpPr>
          <p:cNvPr id="380" name="Google Shape;380;p50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Rise above the firmament</a:t>
            </a:r>
            <a:endParaRPr sz="1100"/>
          </a:p>
        </p:txBody>
      </p:sp>
      <p:sp>
        <p:nvSpPr>
          <p:cNvPr id="381" name="Google Shape;381;p50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Turn into clouds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1:9</a:t>
            </a:r>
            <a:endParaRPr sz="1100"/>
          </a:p>
        </p:txBody>
      </p:sp>
      <p:sp>
        <p:nvSpPr>
          <p:cNvPr id="387" name="Google Shape;387;p51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 According to Genesis 1:9, what did God command the waters under the heavens to do?</a:t>
            </a:r>
            <a:endParaRPr sz="1100"/>
          </a:p>
        </p:txBody>
      </p:sp>
      <p:sp>
        <p:nvSpPr>
          <p:cNvPr id="388" name="Google Shape;388;p51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Be gathered together into one place</a:t>
            </a:r>
            <a:endParaRPr sz="1100"/>
          </a:p>
        </p:txBody>
      </p:sp>
      <p:sp>
        <p:nvSpPr>
          <p:cNvPr id="389" name="Google Shape;389;p51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Cover the whole earth</a:t>
            </a:r>
            <a:endParaRPr sz="1100"/>
          </a:p>
        </p:txBody>
      </p:sp>
      <p:sp>
        <p:nvSpPr>
          <p:cNvPr id="390" name="Google Shape;390;p51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Rise above the firmament</a:t>
            </a:r>
            <a:endParaRPr sz="1100"/>
          </a:p>
        </p:txBody>
      </p:sp>
      <p:sp>
        <p:nvSpPr>
          <p:cNvPr id="391" name="Google Shape;391;p51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Turn into clouds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1:20</a:t>
            </a:r>
            <a:endParaRPr sz="1100"/>
          </a:p>
        </p:txBody>
      </p:sp>
      <p:sp>
        <p:nvSpPr>
          <p:cNvPr id="397" name="Google Shape;397;p52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14. According to Genesis 1:20, what did God command the waters to bring forth?</a:t>
            </a:r>
            <a:endParaRPr sz="1100"/>
          </a:p>
        </p:txBody>
      </p:sp>
      <p:sp>
        <p:nvSpPr>
          <p:cNvPr id="398" name="Google Shape;398;p52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Cattle and beasts</a:t>
            </a:r>
            <a:endParaRPr sz="1100"/>
          </a:p>
        </p:txBody>
      </p:sp>
      <p:sp>
        <p:nvSpPr>
          <p:cNvPr id="399" name="Google Shape;399;p52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Dry land</a:t>
            </a:r>
            <a:endParaRPr sz="1100"/>
          </a:p>
        </p:txBody>
      </p:sp>
      <p:sp>
        <p:nvSpPr>
          <p:cNvPr id="400" name="Google Shape;400;p52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An abundance of living creatures</a:t>
            </a:r>
            <a:endParaRPr sz="1100"/>
          </a:p>
        </p:txBody>
      </p:sp>
      <p:sp>
        <p:nvSpPr>
          <p:cNvPr id="401" name="Google Shape;401;p52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Grass and herbs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1:20</a:t>
            </a:r>
            <a:endParaRPr sz="1100"/>
          </a:p>
        </p:txBody>
      </p:sp>
      <p:sp>
        <p:nvSpPr>
          <p:cNvPr id="407" name="Google Shape;407;p53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14. According to Genesis 1:20, what did God command the waters to bring forth?</a:t>
            </a:r>
            <a:endParaRPr sz="1100"/>
          </a:p>
        </p:txBody>
      </p:sp>
      <p:sp>
        <p:nvSpPr>
          <p:cNvPr id="408" name="Google Shape;408;p53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Cattle and beasts</a:t>
            </a:r>
            <a:endParaRPr sz="1100"/>
          </a:p>
        </p:txBody>
      </p:sp>
      <p:sp>
        <p:nvSpPr>
          <p:cNvPr id="409" name="Google Shape;409;p53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Dry land</a:t>
            </a:r>
            <a:endParaRPr sz="1100"/>
          </a:p>
        </p:txBody>
      </p:sp>
      <p:sp>
        <p:nvSpPr>
          <p:cNvPr id="410" name="Google Shape;410;p53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An abundance of living creatures</a:t>
            </a:r>
            <a:endParaRPr sz="1100"/>
          </a:p>
        </p:txBody>
      </p:sp>
      <p:sp>
        <p:nvSpPr>
          <p:cNvPr id="411" name="Google Shape;411;p53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Grass and herbs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1:11</a:t>
            </a:r>
            <a:endParaRPr sz="1100"/>
          </a:p>
        </p:txBody>
      </p:sp>
      <p:sp>
        <p:nvSpPr>
          <p:cNvPr id="417" name="Google Shape;417;p54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 According to Genesis 1:11, what did God command the earth to bring forth?</a:t>
            </a:r>
            <a:endParaRPr sz="1100"/>
          </a:p>
        </p:txBody>
      </p:sp>
      <p:sp>
        <p:nvSpPr>
          <p:cNvPr id="418" name="Google Shape;418;p54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Fish, birds, and cattle</a:t>
            </a:r>
            <a:endParaRPr sz="1100"/>
          </a:p>
        </p:txBody>
      </p:sp>
      <p:sp>
        <p:nvSpPr>
          <p:cNvPr id="419" name="Google Shape;419;p54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Grass, herbs yielding seed, and fruit trees</a:t>
            </a:r>
            <a:endParaRPr sz="1100"/>
          </a:p>
        </p:txBody>
      </p:sp>
      <p:sp>
        <p:nvSpPr>
          <p:cNvPr id="420" name="Google Shape;420;p54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Sun, moon, and stars</a:t>
            </a:r>
            <a:endParaRPr sz="1100"/>
          </a:p>
        </p:txBody>
      </p:sp>
      <p:sp>
        <p:nvSpPr>
          <p:cNvPr id="421" name="Google Shape;421;p54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Rivers, mountains, and valleys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1:11</a:t>
            </a:r>
            <a:endParaRPr sz="1100"/>
          </a:p>
        </p:txBody>
      </p:sp>
      <p:sp>
        <p:nvSpPr>
          <p:cNvPr id="427" name="Google Shape;427;p55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 According to Genesis 1:11, what did God command the earth to bring forth?</a:t>
            </a:r>
            <a:endParaRPr sz="1100"/>
          </a:p>
        </p:txBody>
      </p:sp>
      <p:sp>
        <p:nvSpPr>
          <p:cNvPr id="428" name="Google Shape;428;p55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Fish, birds, and cattle</a:t>
            </a:r>
            <a:endParaRPr sz="1100"/>
          </a:p>
        </p:txBody>
      </p:sp>
      <p:sp>
        <p:nvSpPr>
          <p:cNvPr id="429" name="Google Shape;429;p55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Grass, herbs yielding seed, and fruit trees</a:t>
            </a:r>
            <a:endParaRPr sz="1100"/>
          </a:p>
        </p:txBody>
      </p:sp>
      <p:sp>
        <p:nvSpPr>
          <p:cNvPr id="430" name="Google Shape;430;p55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Sun, moon, and stars</a:t>
            </a:r>
            <a:endParaRPr sz="1100"/>
          </a:p>
        </p:txBody>
      </p:sp>
      <p:sp>
        <p:nvSpPr>
          <p:cNvPr id="431" name="Google Shape;431;p55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Rivers, mountains, and valleys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1:14</a:t>
            </a:r>
            <a:endParaRPr sz="1100"/>
          </a:p>
        </p:txBody>
      </p:sp>
      <p:sp>
        <p:nvSpPr>
          <p:cNvPr id="437" name="Google Shape;437;p56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 According to Genesis 1:14, what else were the lights to be for?</a:t>
            </a:r>
            <a:endParaRPr sz="1100"/>
          </a:p>
        </p:txBody>
      </p:sp>
      <p:sp>
        <p:nvSpPr>
          <p:cNvPr id="438" name="Google Shape;438;p56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Planting, harvesting, food, and shelter</a:t>
            </a:r>
            <a:endParaRPr sz="1100"/>
          </a:p>
        </p:txBody>
      </p:sp>
      <p:sp>
        <p:nvSpPr>
          <p:cNvPr id="439" name="Google Shape;439;p56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Mountains, valleys, rivers, and seas</a:t>
            </a:r>
            <a:endParaRPr sz="1100"/>
          </a:p>
        </p:txBody>
      </p:sp>
      <p:sp>
        <p:nvSpPr>
          <p:cNvPr id="440" name="Google Shape;440;p56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Rain, wind, thunder, and lightning</a:t>
            </a:r>
            <a:endParaRPr sz="1100"/>
          </a:p>
        </p:txBody>
      </p:sp>
      <p:sp>
        <p:nvSpPr>
          <p:cNvPr id="441" name="Google Shape;441;p56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Signs, seasons, days, and years</a:t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1:14</a:t>
            </a:r>
            <a:endParaRPr sz="1100"/>
          </a:p>
        </p:txBody>
      </p:sp>
      <p:sp>
        <p:nvSpPr>
          <p:cNvPr id="447" name="Google Shape;447;p57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 According to Genesis 1:14, what else were the lights to be for?</a:t>
            </a:r>
            <a:endParaRPr sz="1100"/>
          </a:p>
        </p:txBody>
      </p:sp>
      <p:sp>
        <p:nvSpPr>
          <p:cNvPr id="448" name="Google Shape;448;p57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Planting, harvesting, food, and shelter</a:t>
            </a:r>
            <a:endParaRPr sz="1100"/>
          </a:p>
        </p:txBody>
      </p:sp>
      <p:sp>
        <p:nvSpPr>
          <p:cNvPr id="449" name="Google Shape;449;p57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Mountains, valleys, rivers, and seas</a:t>
            </a:r>
            <a:endParaRPr sz="1100"/>
          </a:p>
        </p:txBody>
      </p:sp>
      <p:sp>
        <p:nvSpPr>
          <p:cNvPr id="450" name="Google Shape;450;p57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Rain, wind, thunder, and lightning</a:t>
            </a:r>
            <a:endParaRPr sz="1100"/>
          </a:p>
        </p:txBody>
      </p:sp>
      <p:sp>
        <p:nvSpPr>
          <p:cNvPr id="451" name="Google Shape;451;p57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Signs, seasons, days, and years</a:t>
            </a:r>
            <a:endParaRPr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1:4</a:t>
            </a:r>
            <a:endParaRPr sz="1100"/>
          </a:p>
        </p:txBody>
      </p:sp>
      <p:sp>
        <p:nvSpPr>
          <p:cNvPr id="457" name="Google Shape;457;p58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17. According to Genesis 1:4, what did God divide?</a:t>
            </a:r>
            <a:endParaRPr sz="1100"/>
          </a:p>
        </p:txBody>
      </p:sp>
      <p:sp>
        <p:nvSpPr>
          <p:cNvPr id="458" name="Google Shape;458;p58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earth from the heavens</a:t>
            </a:r>
            <a:endParaRPr sz="1100"/>
          </a:p>
        </p:txBody>
      </p:sp>
      <p:sp>
        <p:nvSpPr>
          <p:cNvPr id="459" name="Google Shape;459;p58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day from the year</a:t>
            </a:r>
            <a:endParaRPr sz="1100"/>
          </a:p>
        </p:txBody>
      </p:sp>
      <p:sp>
        <p:nvSpPr>
          <p:cNvPr id="460" name="Google Shape;460;p58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light from the darkness</a:t>
            </a:r>
            <a:endParaRPr sz="1100"/>
          </a:p>
        </p:txBody>
      </p:sp>
      <p:sp>
        <p:nvSpPr>
          <p:cNvPr id="461" name="Google Shape;461;p58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waters from the land</a:t>
            </a: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1:4</a:t>
            </a:r>
            <a:endParaRPr sz="1100"/>
          </a:p>
        </p:txBody>
      </p:sp>
      <p:sp>
        <p:nvSpPr>
          <p:cNvPr id="467" name="Google Shape;467;p59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17. According to Genesis 1:4, what did God divide?</a:t>
            </a:r>
            <a:endParaRPr sz="1100"/>
          </a:p>
        </p:txBody>
      </p:sp>
      <p:sp>
        <p:nvSpPr>
          <p:cNvPr id="468" name="Google Shape;468;p59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earth from the heavens</a:t>
            </a:r>
            <a:endParaRPr sz="1100"/>
          </a:p>
        </p:txBody>
      </p:sp>
      <p:sp>
        <p:nvSpPr>
          <p:cNvPr id="469" name="Google Shape;469;p59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day from the year</a:t>
            </a:r>
            <a:endParaRPr sz="1100"/>
          </a:p>
        </p:txBody>
      </p:sp>
      <p:sp>
        <p:nvSpPr>
          <p:cNvPr id="470" name="Google Shape;470;p59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The light from the darkness</a:t>
            </a:r>
            <a:endParaRPr sz="1100"/>
          </a:p>
        </p:txBody>
      </p:sp>
      <p:sp>
        <p:nvSpPr>
          <p:cNvPr id="471" name="Google Shape;471;p59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waters from the land</a:t>
            </a:r>
            <a:endParaRPr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1:14</a:t>
            </a:r>
            <a:endParaRPr sz="1100"/>
          </a:p>
        </p:txBody>
      </p:sp>
      <p:sp>
        <p:nvSpPr>
          <p:cNvPr id="477" name="Google Shape;477;p60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18. According to Genesis 1:14, what were the lights in the firmament to divide?</a:t>
            </a:r>
            <a:endParaRPr sz="1100"/>
          </a:p>
        </p:txBody>
      </p:sp>
      <p:sp>
        <p:nvSpPr>
          <p:cNvPr id="478" name="Google Shape;478;p60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earth from the heavens</a:t>
            </a:r>
            <a:endParaRPr sz="1100"/>
          </a:p>
        </p:txBody>
      </p:sp>
      <p:sp>
        <p:nvSpPr>
          <p:cNvPr id="479" name="Google Shape;479;p60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day from the night</a:t>
            </a:r>
            <a:endParaRPr sz="1100"/>
          </a:p>
        </p:txBody>
      </p:sp>
      <p:sp>
        <p:nvSpPr>
          <p:cNvPr id="480" name="Google Shape;480;p60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land from the seas</a:t>
            </a:r>
            <a:endParaRPr sz="1100"/>
          </a:p>
        </p:txBody>
      </p:sp>
      <p:sp>
        <p:nvSpPr>
          <p:cNvPr id="481" name="Google Shape;481;p60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waters above from the waters below</a:t>
            </a:r>
            <a:endParaRPr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1:14</a:t>
            </a:r>
            <a:endParaRPr sz="1100"/>
          </a:p>
        </p:txBody>
      </p:sp>
      <p:sp>
        <p:nvSpPr>
          <p:cNvPr id="487" name="Google Shape;487;p61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18. According to Genesis 1:14, what were the lights in the firmament to divide?</a:t>
            </a:r>
            <a:endParaRPr sz="1100"/>
          </a:p>
        </p:txBody>
      </p:sp>
      <p:sp>
        <p:nvSpPr>
          <p:cNvPr id="488" name="Google Shape;488;p61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earth from the heavens</a:t>
            </a:r>
            <a:endParaRPr sz="1100"/>
          </a:p>
        </p:txBody>
      </p:sp>
      <p:sp>
        <p:nvSpPr>
          <p:cNvPr id="489" name="Google Shape;489;p61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The day from the night</a:t>
            </a:r>
            <a:endParaRPr sz="1100"/>
          </a:p>
        </p:txBody>
      </p:sp>
      <p:sp>
        <p:nvSpPr>
          <p:cNvPr id="490" name="Google Shape;490;p61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land from the seas</a:t>
            </a:r>
            <a:endParaRPr sz="1100"/>
          </a:p>
        </p:txBody>
      </p:sp>
      <p:sp>
        <p:nvSpPr>
          <p:cNvPr id="491" name="Google Shape;491;p61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waters above from the waters below</a:t>
            </a:r>
            <a:endParaRPr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1:20</a:t>
            </a:r>
            <a:endParaRPr sz="1100"/>
          </a:p>
        </p:txBody>
      </p:sp>
      <p:sp>
        <p:nvSpPr>
          <p:cNvPr id="497" name="Google Shape;497;p62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19. According to Genesis 1:20, what did God command to fly above the earth?</a:t>
            </a:r>
            <a:endParaRPr sz="1100"/>
          </a:p>
        </p:txBody>
      </p:sp>
      <p:sp>
        <p:nvSpPr>
          <p:cNvPr id="498" name="Google Shape;498;p62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Insects</a:t>
            </a:r>
            <a:endParaRPr sz="1100"/>
          </a:p>
        </p:txBody>
      </p:sp>
      <p:sp>
        <p:nvSpPr>
          <p:cNvPr id="499" name="Google Shape;499;p62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Clouds</a:t>
            </a:r>
            <a:endParaRPr sz="1100"/>
          </a:p>
        </p:txBody>
      </p:sp>
      <p:sp>
        <p:nvSpPr>
          <p:cNvPr id="500" name="Google Shape;500;p62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Angels</a:t>
            </a:r>
            <a:endParaRPr sz="1100"/>
          </a:p>
        </p:txBody>
      </p:sp>
      <p:sp>
        <p:nvSpPr>
          <p:cNvPr id="501" name="Google Shape;501;p62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Birds</a:t>
            </a:r>
            <a:endParaRPr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1:20</a:t>
            </a:r>
            <a:endParaRPr sz="1100"/>
          </a:p>
        </p:txBody>
      </p:sp>
      <p:sp>
        <p:nvSpPr>
          <p:cNvPr id="507" name="Google Shape;507;p63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19. According to Genesis 1:20, what did God command to fly above the earth?</a:t>
            </a:r>
            <a:endParaRPr sz="1100"/>
          </a:p>
        </p:txBody>
      </p:sp>
      <p:sp>
        <p:nvSpPr>
          <p:cNvPr id="508" name="Google Shape;508;p63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Insects</a:t>
            </a:r>
            <a:endParaRPr sz="1100"/>
          </a:p>
        </p:txBody>
      </p:sp>
      <p:sp>
        <p:nvSpPr>
          <p:cNvPr id="509" name="Google Shape;509;p63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Clouds</a:t>
            </a:r>
            <a:endParaRPr sz="1100"/>
          </a:p>
        </p:txBody>
      </p:sp>
      <p:sp>
        <p:nvSpPr>
          <p:cNvPr id="510" name="Google Shape;510;p63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Angels</a:t>
            </a:r>
            <a:endParaRPr sz="1100"/>
          </a:p>
        </p:txBody>
      </p:sp>
      <p:sp>
        <p:nvSpPr>
          <p:cNvPr id="511" name="Google Shape;511;p63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Birds</a:t>
            </a:r>
            <a:endParaRPr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</a:t>
            </a:r>
            <a:endParaRPr sz="1100"/>
          </a:p>
        </p:txBody>
      </p:sp>
      <p:sp>
        <p:nvSpPr>
          <p:cNvPr id="517" name="Google Shape;517;p64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20. According to Genesis 1:2, what was over the face of the deep?</a:t>
            </a:r>
            <a:endParaRPr sz="1100"/>
          </a:p>
        </p:txBody>
      </p:sp>
      <p:sp>
        <p:nvSpPr>
          <p:cNvPr id="518" name="Google Shape;518;p64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Darkness</a:t>
            </a:r>
            <a:endParaRPr sz="1100"/>
          </a:p>
        </p:txBody>
      </p:sp>
      <p:sp>
        <p:nvSpPr>
          <p:cNvPr id="519" name="Google Shape;519;p64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mist</a:t>
            </a:r>
            <a:endParaRPr sz="1100"/>
          </a:p>
        </p:txBody>
      </p:sp>
      <p:sp>
        <p:nvSpPr>
          <p:cNvPr id="520" name="Google Shape;520;p64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Light</a:t>
            </a:r>
            <a:endParaRPr sz="1100"/>
          </a:p>
        </p:txBody>
      </p:sp>
      <p:sp>
        <p:nvSpPr>
          <p:cNvPr id="521" name="Google Shape;521;p64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firmament</a:t>
            </a:r>
            <a:endParaRPr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</a:t>
            </a:r>
            <a:endParaRPr sz="1100"/>
          </a:p>
        </p:txBody>
      </p:sp>
      <p:sp>
        <p:nvSpPr>
          <p:cNvPr id="527" name="Google Shape;527;p65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20. According to Genesis 1:2, what was over the face of the deep?</a:t>
            </a:r>
            <a:endParaRPr sz="1100"/>
          </a:p>
        </p:txBody>
      </p:sp>
      <p:sp>
        <p:nvSpPr>
          <p:cNvPr id="528" name="Google Shape;528;p65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Darkness</a:t>
            </a:r>
            <a:endParaRPr sz="1100"/>
          </a:p>
        </p:txBody>
      </p:sp>
      <p:sp>
        <p:nvSpPr>
          <p:cNvPr id="529" name="Google Shape;529;p65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mist</a:t>
            </a:r>
            <a:endParaRPr sz="1100"/>
          </a:p>
        </p:txBody>
      </p:sp>
      <p:sp>
        <p:nvSpPr>
          <p:cNvPr id="530" name="Google Shape;530;p65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Light</a:t>
            </a:r>
            <a:endParaRPr sz="1100"/>
          </a:p>
        </p:txBody>
      </p:sp>
      <p:sp>
        <p:nvSpPr>
          <p:cNvPr id="531" name="Google Shape;531;p65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firmament</a:t>
            </a:r>
            <a:endParaRPr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1:5</a:t>
            </a:r>
            <a:endParaRPr sz="1100"/>
          </a:p>
        </p:txBody>
      </p:sp>
      <p:sp>
        <p:nvSpPr>
          <p:cNvPr id="537" name="Google Shape;537;p66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21. According to Genesis 1:5, what did God call the light and the darkness?</a:t>
            </a:r>
            <a:endParaRPr sz="1100"/>
          </a:p>
        </p:txBody>
      </p:sp>
      <p:sp>
        <p:nvSpPr>
          <p:cNvPr id="538" name="Google Shape;538;p66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Sun and Moon</a:t>
            </a:r>
            <a:endParaRPr sz="1100"/>
          </a:p>
        </p:txBody>
      </p:sp>
      <p:sp>
        <p:nvSpPr>
          <p:cNvPr id="539" name="Google Shape;539;p66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Day and Night</a:t>
            </a:r>
            <a:endParaRPr sz="1100"/>
          </a:p>
        </p:txBody>
      </p:sp>
      <p:sp>
        <p:nvSpPr>
          <p:cNvPr id="540" name="Google Shape;540;p66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Heaven and Earth</a:t>
            </a:r>
            <a:endParaRPr sz="1100"/>
          </a:p>
        </p:txBody>
      </p:sp>
      <p:sp>
        <p:nvSpPr>
          <p:cNvPr id="541" name="Google Shape;541;p66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Morning and Evening</a:t>
            </a:r>
            <a:endParaRPr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1:5</a:t>
            </a:r>
            <a:endParaRPr sz="1100"/>
          </a:p>
        </p:txBody>
      </p:sp>
      <p:sp>
        <p:nvSpPr>
          <p:cNvPr id="547" name="Google Shape;547;p67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21. According to Genesis 1:5, what did God call the light and the darkness?</a:t>
            </a:r>
            <a:endParaRPr sz="1100"/>
          </a:p>
        </p:txBody>
      </p:sp>
      <p:sp>
        <p:nvSpPr>
          <p:cNvPr id="548" name="Google Shape;548;p67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Sun and Moon</a:t>
            </a:r>
            <a:endParaRPr sz="1100"/>
          </a:p>
        </p:txBody>
      </p:sp>
      <p:sp>
        <p:nvSpPr>
          <p:cNvPr id="549" name="Google Shape;549;p67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Day and Night</a:t>
            </a:r>
            <a:endParaRPr sz="1100"/>
          </a:p>
        </p:txBody>
      </p:sp>
      <p:sp>
        <p:nvSpPr>
          <p:cNvPr id="550" name="Google Shape;550;p67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Heaven and Earth</a:t>
            </a:r>
            <a:endParaRPr sz="1100"/>
          </a:p>
        </p:txBody>
      </p:sp>
      <p:sp>
        <p:nvSpPr>
          <p:cNvPr id="551" name="Google Shape;551;p67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Morning and Evening</a:t>
            </a:r>
            <a:endParaRPr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</a:t>
            </a:r>
            <a:endParaRPr sz="1100"/>
          </a:p>
        </p:txBody>
      </p:sp>
      <p:sp>
        <p:nvSpPr>
          <p:cNvPr id="557" name="Google Shape;557;p68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22. According to Genesis 1:2, what was the earth like?</a:t>
            </a:r>
            <a:endParaRPr sz="1100"/>
          </a:p>
        </p:txBody>
      </p:sp>
      <p:sp>
        <p:nvSpPr>
          <p:cNvPr id="558" name="Google Shape;558;p68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Without form, and void</a:t>
            </a:r>
            <a:endParaRPr sz="1100"/>
          </a:p>
        </p:txBody>
      </p:sp>
      <p:sp>
        <p:nvSpPr>
          <p:cNvPr id="559" name="Google Shape;559;p68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Dry and fruitful</a:t>
            </a:r>
            <a:endParaRPr sz="1100"/>
          </a:p>
        </p:txBody>
      </p:sp>
      <p:sp>
        <p:nvSpPr>
          <p:cNvPr id="560" name="Google Shape;560;p68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Filled with animals</a:t>
            </a:r>
            <a:endParaRPr sz="1100"/>
          </a:p>
        </p:txBody>
      </p:sp>
      <p:sp>
        <p:nvSpPr>
          <p:cNvPr id="561" name="Google Shape;561;p68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Covered with plants</a:t>
            </a:r>
            <a:endParaRPr sz="1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Genesis 1:2</a:t>
            </a:r>
            <a:endParaRPr sz="1100"/>
          </a:p>
        </p:txBody>
      </p:sp>
      <p:sp>
        <p:nvSpPr>
          <p:cNvPr id="567" name="Google Shape;567;p69"/>
          <p:cNvSpPr txBox="1"/>
          <p:nvPr/>
        </p:nvSpPr>
        <p:spPr>
          <a:xfrm>
            <a:off x="514364" y="720090"/>
            <a:ext cx="812694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22. According to Genesis 1:2, what was the earth like?</a:t>
            </a:r>
            <a:endParaRPr sz="1100"/>
          </a:p>
        </p:txBody>
      </p:sp>
      <p:sp>
        <p:nvSpPr>
          <p:cNvPr id="568" name="Google Shape;568;p69"/>
          <p:cNvSpPr txBox="1"/>
          <p:nvPr/>
        </p:nvSpPr>
        <p:spPr>
          <a:xfrm>
            <a:off x="788691" y="174879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Without form, and void</a:t>
            </a:r>
            <a:endParaRPr sz="1100"/>
          </a:p>
        </p:txBody>
      </p:sp>
      <p:sp>
        <p:nvSpPr>
          <p:cNvPr id="569" name="Google Shape;569;p69"/>
          <p:cNvSpPr txBox="1"/>
          <p:nvPr/>
        </p:nvSpPr>
        <p:spPr>
          <a:xfrm>
            <a:off x="788691" y="2379726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Dry and fruitful</a:t>
            </a:r>
            <a:endParaRPr sz="1100"/>
          </a:p>
        </p:txBody>
      </p:sp>
      <p:sp>
        <p:nvSpPr>
          <p:cNvPr id="570" name="Google Shape;570;p69"/>
          <p:cNvSpPr txBox="1"/>
          <p:nvPr/>
        </p:nvSpPr>
        <p:spPr>
          <a:xfrm>
            <a:off x="788691" y="3010661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Filled with animals</a:t>
            </a:r>
            <a:endParaRPr sz="1100"/>
          </a:p>
        </p:txBody>
      </p:sp>
      <p:sp>
        <p:nvSpPr>
          <p:cNvPr id="571" name="Google Shape;571;p69"/>
          <p:cNvSpPr txBox="1"/>
          <p:nvPr/>
        </p:nvSpPr>
        <p:spPr>
          <a:xfrm>
            <a:off x="788691" y="3641598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Covered with plants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