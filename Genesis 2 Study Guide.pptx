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39bc608d18b9188c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39bc608d18b9188c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39bc608d18b9188c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39bc608d18b9188c_3_8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39bc608d18b9188c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39bc608d18b9188c_3_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9bc608d18b9188c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39bc608d18b9188c_3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39bc608d18b9188c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39bc608d18b9188c_3_1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39bc608d18b9188c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39bc608d18b9188c_3_11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39bc608d18b9188c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h39bc608d18b9188c_3_12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39bc608d18b9188c_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39bc608d18b9188c_3_1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39bc608d18b9188c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39bc608d18b9188c_3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39bc608d18b9188c_3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39bc608d18b9188c_3_15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39bc608d18b9188c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39bc608d18b9188c_3_16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39bc608d18b9188c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39bc608d18b9188c_3_17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39bc608d18b9188c_3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39bc608d18b9188c_3_1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39bc608d18b9188c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h39bc608d18b9188c_3_1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39bc608d18b9188c_3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39bc608d18b9188c_3_19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39bc608d18b9188c_3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h39bc608d18b9188c_3_2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39bc608d18b9188c_3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39bc608d18b9188c_3_2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39bc608d18b9188c_3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39bc608d18b9188c_3_2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39bc608d18b9188c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39bc608d18b9188c_3_2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39bc608d18b9188c_3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39bc608d18b9188c_3_2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39bc608d18b9188c_3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h39bc608d18b9188c_3_25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39bc608d18b9188c_3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h39bc608d18b9188c_3_26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39bc608d18b9188c_3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h39bc608d18b9188c_3_2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39bc608d18b9188c_3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39bc608d18b9188c_3_2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39bc608d18b9188c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h39bc608d18b9188c_3_2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39bc608d18b9188c_3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39bc608d18b9188c_3_2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39bc608d18b9188c_3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h39bc608d18b9188c_3_3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39bc608d18b9188c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h39bc608d18b9188c_3_3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39bc608d18b9188c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h39bc608d18b9188c_3_3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39bc608d18b9188c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h39bc608d18b9188c_3_3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39bc608d18b9188c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h39bc608d18b9188c_3_3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h39bc608d18b9188c_3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h39bc608d18b9188c_3_35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39bc608d18b9188c_3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h39bc608d18b9188c_3_3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39bc608d18b9188c_3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h39bc608d18b9188c_3_3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39bc608d18b9188c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h39bc608d18b9188c_3_3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39bc608d18b9188c_3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h39bc608d18b9188c_3_3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39bc608d18b9188c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h39bc608d18b9188c_3_3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55" y="891540"/>
            <a:ext cx="8024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</a:t>
            </a:r>
            <a:endParaRPr sz="7300"/>
          </a:p>
        </p:txBody>
      </p:sp>
      <p:sp>
        <p:nvSpPr>
          <p:cNvPr id="130" name="Google Shape;130;p25"/>
          <p:cNvSpPr txBox="1"/>
          <p:nvPr/>
        </p:nvSpPr>
        <p:spPr>
          <a:xfrm>
            <a:off x="891564" y="2057400"/>
            <a:ext cx="73383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Guide</a:t>
            </a:r>
            <a:endParaRPr sz="6200"/>
          </a:p>
        </p:txBody>
      </p:sp>
      <p:sp>
        <p:nvSpPr>
          <p:cNvPr id="131" name="Google Shape;131;p25"/>
          <p:cNvSpPr txBox="1"/>
          <p:nvPr/>
        </p:nvSpPr>
        <p:spPr>
          <a:xfrm>
            <a:off x="1028727" y="2948940"/>
            <a:ext cx="7063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2:10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According to Genesis 2:10, what went out of Eden to water the garden?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spring</a:t>
            </a:r>
            <a:endParaRPr sz="1100"/>
          </a:p>
        </p:txBody>
      </p:sp>
      <p:sp>
        <p:nvSpPr>
          <p:cNvPr id="139" name="Google Shape;139;p2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Rain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river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mist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2:10</a:t>
            </a:r>
            <a:endParaRPr sz="1100"/>
          </a:p>
        </p:txBody>
      </p:sp>
      <p:sp>
        <p:nvSpPr>
          <p:cNvPr id="147" name="Google Shape;147;p2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According to Genesis 2:10, what went out of Eden to water the garden?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spring</a:t>
            </a:r>
            <a:endParaRPr sz="1100"/>
          </a:p>
        </p:txBody>
      </p:sp>
      <p:sp>
        <p:nvSpPr>
          <p:cNvPr id="149" name="Google Shape;149;p2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Rain</a:t>
            </a:r>
            <a:endParaRPr sz="1100"/>
          </a:p>
        </p:txBody>
      </p:sp>
      <p:sp>
        <p:nvSpPr>
          <p:cNvPr id="150" name="Google Shape;150;p2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A river</a:t>
            </a:r>
            <a:endParaRPr sz="1100"/>
          </a:p>
        </p:txBody>
      </p:sp>
      <p:sp>
        <p:nvSpPr>
          <p:cNvPr id="151" name="Google Shape;151;p2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mist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2:5</a:t>
            </a:r>
            <a:endParaRPr sz="1100"/>
          </a:p>
        </p:txBody>
      </p:sp>
      <p:sp>
        <p:nvSpPr>
          <p:cNvPr id="157" name="Google Shape;157;p2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According to Genesis 2:5, why had no herb of the field yet grown?</a:t>
            </a:r>
            <a:endParaRPr sz="1100"/>
          </a:p>
        </p:txBody>
      </p:sp>
      <p:sp>
        <p:nvSpPr>
          <p:cNvPr id="158" name="Google Shape;158;p2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LORD God had not caused it to rain, and there was no man to till the ground</a:t>
            </a:r>
            <a:endParaRPr sz="1100"/>
          </a:p>
        </p:txBody>
      </p:sp>
      <p:sp>
        <p:nvSpPr>
          <p:cNvPr id="159" name="Google Shape;159;p2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earth was still covered by the sea</a:t>
            </a:r>
            <a:endParaRPr sz="1100"/>
          </a:p>
        </p:txBody>
      </p:sp>
      <p:sp>
        <p:nvSpPr>
          <p:cNvPr id="160" name="Google Shape;160;p2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sun had not been created</a:t>
            </a:r>
            <a:endParaRPr sz="1100"/>
          </a:p>
        </p:txBody>
      </p:sp>
      <p:sp>
        <p:nvSpPr>
          <p:cNvPr id="161" name="Google Shape;161;p2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Adam had not named the plants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2:5</a:t>
            </a:r>
            <a:endParaRPr sz="1100"/>
          </a:p>
        </p:txBody>
      </p:sp>
      <p:sp>
        <p:nvSpPr>
          <p:cNvPr id="167" name="Google Shape;167;p2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According to Genesis 2:5, why had no herb of the field yet grown?</a:t>
            </a:r>
            <a:endParaRPr sz="1100"/>
          </a:p>
        </p:txBody>
      </p:sp>
      <p:sp>
        <p:nvSpPr>
          <p:cNvPr id="168" name="Google Shape;168;p2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The LORD God had not caused it to rain, and there was no man to till the ground</a:t>
            </a:r>
            <a:endParaRPr sz="1100"/>
          </a:p>
        </p:txBody>
      </p:sp>
      <p:sp>
        <p:nvSpPr>
          <p:cNvPr id="169" name="Google Shape;169;p2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earth was still covered by the sea</a:t>
            </a:r>
            <a:endParaRPr sz="1100"/>
          </a:p>
        </p:txBody>
      </p:sp>
      <p:sp>
        <p:nvSpPr>
          <p:cNvPr id="170" name="Google Shape;170;p2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sun had not been created</a:t>
            </a:r>
            <a:endParaRPr sz="1100"/>
          </a:p>
        </p:txBody>
      </p:sp>
      <p:sp>
        <p:nvSpPr>
          <p:cNvPr id="171" name="Google Shape;171;p2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Adam had not named the plants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2:7</a:t>
            </a:r>
            <a:endParaRPr sz="1100"/>
          </a:p>
        </p:txBody>
      </p:sp>
      <p:sp>
        <p:nvSpPr>
          <p:cNvPr id="177" name="Google Shape;177;p3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According to Genesis 2:7, from what did the LORD God form man?</a:t>
            </a:r>
            <a:endParaRPr sz="1100"/>
          </a:p>
        </p:txBody>
      </p:sp>
      <p:sp>
        <p:nvSpPr>
          <p:cNvPr id="178" name="Google Shape;178;p3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waters of the earth</a:t>
            </a:r>
            <a:endParaRPr sz="1100"/>
          </a:p>
        </p:txBody>
      </p:sp>
      <p:sp>
        <p:nvSpPr>
          <p:cNvPr id="179" name="Google Shape;179;p3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clay of a river</a:t>
            </a:r>
            <a:endParaRPr sz="1100"/>
          </a:p>
        </p:txBody>
      </p:sp>
      <p:sp>
        <p:nvSpPr>
          <p:cNvPr id="180" name="Google Shape;180;p3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trees of the garden</a:t>
            </a:r>
            <a:endParaRPr sz="1100"/>
          </a:p>
        </p:txBody>
      </p:sp>
      <p:sp>
        <p:nvSpPr>
          <p:cNvPr id="181" name="Google Shape;181;p3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dust of the ground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2:7</a:t>
            </a:r>
            <a:endParaRPr sz="1100"/>
          </a:p>
        </p:txBody>
      </p:sp>
      <p:sp>
        <p:nvSpPr>
          <p:cNvPr id="187" name="Google Shape;187;p3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According to Genesis 2:7, from what did the LORD God form man?</a:t>
            </a:r>
            <a:endParaRPr sz="1100"/>
          </a:p>
        </p:txBody>
      </p:sp>
      <p:sp>
        <p:nvSpPr>
          <p:cNvPr id="188" name="Google Shape;188;p3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waters of the earth</a:t>
            </a:r>
            <a:endParaRPr sz="1100"/>
          </a:p>
        </p:txBody>
      </p:sp>
      <p:sp>
        <p:nvSpPr>
          <p:cNvPr id="189" name="Google Shape;189;p3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clay of a river</a:t>
            </a:r>
            <a:endParaRPr sz="1100"/>
          </a:p>
        </p:txBody>
      </p:sp>
      <p:sp>
        <p:nvSpPr>
          <p:cNvPr id="190" name="Google Shape;190;p3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trees of the garden</a:t>
            </a:r>
            <a:endParaRPr sz="1100"/>
          </a:p>
        </p:txBody>
      </p:sp>
      <p:sp>
        <p:nvSpPr>
          <p:cNvPr id="191" name="Google Shape;191;p3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dust of the ground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2:15</a:t>
            </a:r>
            <a:endParaRPr sz="1100"/>
          </a:p>
        </p:txBody>
      </p:sp>
      <p:sp>
        <p:nvSpPr>
          <p:cNvPr id="197" name="Google Shape;197;p3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According to Genesis 2:15, why did the LORD God put the man in the Garden of Eden?</a:t>
            </a:r>
            <a:endParaRPr sz="1100"/>
          </a:p>
        </p:txBody>
      </p:sp>
      <p:sp>
        <p:nvSpPr>
          <p:cNvPr id="198" name="Google Shape;198;p3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To build a city</a:t>
            </a:r>
            <a:endParaRPr sz="1100"/>
          </a:p>
        </p:txBody>
      </p:sp>
      <p:sp>
        <p:nvSpPr>
          <p:cNvPr id="199" name="Google Shape;199;p3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To tend and keep it</a:t>
            </a:r>
            <a:endParaRPr sz="1100"/>
          </a:p>
        </p:txBody>
      </p:sp>
      <p:sp>
        <p:nvSpPr>
          <p:cNvPr id="200" name="Google Shape;200;p3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To hunt animals</a:t>
            </a:r>
            <a:endParaRPr sz="1100"/>
          </a:p>
        </p:txBody>
      </p:sp>
      <p:sp>
        <p:nvSpPr>
          <p:cNvPr id="201" name="Google Shape;201;p3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To plant another garden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2:15</a:t>
            </a:r>
            <a:endParaRPr sz="1100"/>
          </a:p>
        </p:txBody>
      </p:sp>
      <p:sp>
        <p:nvSpPr>
          <p:cNvPr id="207" name="Google Shape;207;p3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According to Genesis 2:15, why did the LORD God put the man in the Garden of Eden?</a:t>
            </a:r>
            <a:endParaRPr sz="1100"/>
          </a:p>
        </p:txBody>
      </p:sp>
      <p:sp>
        <p:nvSpPr>
          <p:cNvPr id="208" name="Google Shape;208;p3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To build a city</a:t>
            </a:r>
            <a:endParaRPr sz="1100"/>
          </a:p>
        </p:txBody>
      </p:sp>
      <p:sp>
        <p:nvSpPr>
          <p:cNvPr id="209" name="Google Shape;209;p3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To tend and keep it</a:t>
            </a:r>
            <a:endParaRPr sz="1100"/>
          </a:p>
        </p:txBody>
      </p:sp>
      <p:sp>
        <p:nvSpPr>
          <p:cNvPr id="210" name="Google Shape;210;p3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To hunt animals</a:t>
            </a:r>
            <a:endParaRPr sz="1100"/>
          </a:p>
        </p:txBody>
      </p:sp>
      <p:sp>
        <p:nvSpPr>
          <p:cNvPr id="211" name="Google Shape;211;p3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To plant another garden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2:8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According to Genesis 2:8, where did the LORD God plant a garden?</a:t>
            </a:r>
            <a:endParaRPr sz="1100"/>
          </a:p>
        </p:txBody>
      </p:sp>
      <p:sp>
        <p:nvSpPr>
          <p:cNvPr id="218" name="Google Shape;218;p3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Southward in the wilderness</a:t>
            </a:r>
            <a:endParaRPr sz="1100"/>
          </a:p>
        </p:txBody>
      </p:sp>
      <p:sp>
        <p:nvSpPr>
          <p:cNvPr id="219" name="Google Shape;219;p3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Eastward in Eden</a:t>
            </a:r>
            <a:endParaRPr sz="1100"/>
          </a:p>
        </p:txBody>
      </p:sp>
      <p:sp>
        <p:nvSpPr>
          <p:cNvPr id="220" name="Google Shape;220;p3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Northward in Egypt</a:t>
            </a:r>
            <a:endParaRPr sz="1100"/>
          </a:p>
        </p:txBody>
      </p:sp>
      <p:sp>
        <p:nvSpPr>
          <p:cNvPr id="221" name="Google Shape;221;p3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Westward in Canaan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2:8</a:t>
            </a:r>
            <a:endParaRPr sz="1100"/>
          </a:p>
        </p:txBody>
      </p:sp>
      <p:sp>
        <p:nvSpPr>
          <p:cNvPr id="227" name="Google Shape;227;p3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According to Genesis 2:8, where did the LORD God plant a garden?</a:t>
            </a:r>
            <a:endParaRPr sz="1100"/>
          </a:p>
        </p:txBody>
      </p:sp>
      <p:sp>
        <p:nvSpPr>
          <p:cNvPr id="228" name="Google Shape;228;p3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Southward in the wilderness</a:t>
            </a:r>
            <a:endParaRPr sz="1100"/>
          </a:p>
        </p:txBody>
      </p:sp>
      <p:sp>
        <p:nvSpPr>
          <p:cNvPr id="229" name="Google Shape;229;p3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Eastward in Eden</a:t>
            </a:r>
            <a:endParaRPr sz="1100"/>
          </a:p>
        </p:txBody>
      </p:sp>
      <p:sp>
        <p:nvSpPr>
          <p:cNvPr id="230" name="Google Shape;230;p3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Northward in Egypt</a:t>
            </a:r>
            <a:endParaRPr sz="1100"/>
          </a:p>
        </p:txBody>
      </p:sp>
      <p:sp>
        <p:nvSpPr>
          <p:cNvPr id="231" name="Google Shape;231;p3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Westward in Canaan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</a:t>
            </a:r>
            <a:endParaRPr sz="1100"/>
          </a:p>
        </p:txBody>
      </p:sp>
      <p:sp>
        <p:nvSpPr>
          <p:cNvPr id="237" name="Google Shape;237;p3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According to Genesis 2:1, what was finished?</a:t>
            </a:r>
            <a:endParaRPr sz="1100"/>
          </a:p>
        </p:txBody>
      </p:sp>
      <p:sp>
        <p:nvSpPr>
          <p:cNvPr id="238" name="Google Shape;238;p3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Garden of Eden only</a:t>
            </a:r>
            <a:endParaRPr sz="1100"/>
          </a:p>
        </p:txBody>
      </p:sp>
      <p:sp>
        <p:nvSpPr>
          <p:cNvPr id="239" name="Google Shape;239;p3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creation of man only</a:t>
            </a:r>
            <a:endParaRPr sz="1100"/>
          </a:p>
        </p:txBody>
      </p:sp>
      <p:sp>
        <p:nvSpPr>
          <p:cNvPr id="240" name="Google Shape;240;p3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seas and rivers only</a:t>
            </a:r>
            <a:endParaRPr sz="1100"/>
          </a:p>
        </p:txBody>
      </p:sp>
      <p:sp>
        <p:nvSpPr>
          <p:cNvPr id="241" name="Google Shape;241;p3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heavens and the earth, and all the host of them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</a:t>
            </a:r>
            <a:endParaRPr sz="1100"/>
          </a:p>
        </p:txBody>
      </p:sp>
      <p:sp>
        <p:nvSpPr>
          <p:cNvPr id="247" name="Google Shape;247;p3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According to Genesis 2:1, what was finished?</a:t>
            </a:r>
            <a:endParaRPr sz="1100"/>
          </a:p>
        </p:txBody>
      </p:sp>
      <p:sp>
        <p:nvSpPr>
          <p:cNvPr id="248" name="Google Shape;248;p3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Garden of Eden only</a:t>
            </a:r>
            <a:endParaRPr sz="1100"/>
          </a:p>
        </p:txBody>
      </p:sp>
      <p:sp>
        <p:nvSpPr>
          <p:cNvPr id="249" name="Google Shape;249;p3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creation of man only</a:t>
            </a:r>
            <a:endParaRPr sz="1100"/>
          </a:p>
        </p:txBody>
      </p:sp>
      <p:sp>
        <p:nvSpPr>
          <p:cNvPr id="250" name="Google Shape;250;p3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seas and rivers only</a:t>
            </a:r>
            <a:endParaRPr sz="1100"/>
          </a:p>
        </p:txBody>
      </p:sp>
      <p:sp>
        <p:nvSpPr>
          <p:cNvPr id="251" name="Google Shape;251;p3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heavens and the earth, and all the host of them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2:16-17</a:t>
            </a:r>
            <a:endParaRPr sz="1100"/>
          </a:p>
        </p:txBody>
      </p:sp>
      <p:sp>
        <p:nvSpPr>
          <p:cNvPr id="257" name="Google Shape;257;p3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According to Genesis 2:16-17, which tree was man commanded not to eat from?</a:t>
            </a:r>
            <a:endParaRPr sz="1100"/>
          </a:p>
        </p:txBody>
      </p:sp>
      <p:sp>
        <p:nvSpPr>
          <p:cNvPr id="258" name="Google Shape;258;p3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tree of the knowledge of good and evil</a:t>
            </a:r>
            <a:endParaRPr sz="1100"/>
          </a:p>
        </p:txBody>
      </p:sp>
      <p:sp>
        <p:nvSpPr>
          <p:cNvPr id="259" name="Google Shape;259;p3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Every fruit tree</a:t>
            </a:r>
            <a:endParaRPr sz="1100"/>
          </a:p>
        </p:txBody>
      </p:sp>
      <p:sp>
        <p:nvSpPr>
          <p:cNvPr id="260" name="Google Shape;260;p3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tree of life</a:t>
            </a:r>
            <a:endParaRPr sz="1100"/>
          </a:p>
        </p:txBody>
      </p:sp>
      <p:sp>
        <p:nvSpPr>
          <p:cNvPr id="261" name="Google Shape;261;p3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fig tree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2:16-17</a:t>
            </a:r>
            <a:endParaRPr sz="1100"/>
          </a:p>
        </p:txBody>
      </p:sp>
      <p:sp>
        <p:nvSpPr>
          <p:cNvPr id="267" name="Google Shape;267;p3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According to Genesis 2:16-17, which tree was man commanded not to eat from?</a:t>
            </a:r>
            <a:endParaRPr sz="1100"/>
          </a:p>
        </p:txBody>
      </p:sp>
      <p:sp>
        <p:nvSpPr>
          <p:cNvPr id="268" name="Google Shape;268;p3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The tree of the knowledge of good and evil</a:t>
            </a:r>
            <a:endParaRPr sz="1100"/>
          </a:p>
        </p:txBody>
      </p:sp>
      <p:sp>
        <p:nvSpPr>
          <p:cNvPr id="269" name="Google Shape;269;p3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Every fruit tree</a:t>
            </a:r>
            <a:endParaRPr sz="1100"/>
          </a:p>
        </p:txBody>
      </p:sp>
      <p:sp>
        <p:nvSpPr>
          <p:cNvPr id="270" name="Google Shape;270;p3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tree of life</a:t>
            </a:r>
            <a:endParaRPr sz="1100"/>
          </a:p>
        </p:txBody>
      </p:sp>
      <p:sp>
        <p:nvSpPr>
          <p:cNvPr id="271" name="Google Shape;271;p3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fig tree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2:7</a:t>
            </a:r>
            <a:endParaRPr sz="1100"/>
          </a:p>
        </p:txBody>
      </p:sp>
      <p:sp>
        <p:nvSpPr>
          <p:cNvPr id="277" name="Google Shape;277;p4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According to Genesis 2:7, what did the LORD God breathe into man's nostrils?</a:t>
            </a:r>
            <a:endParaRPr sz="1100"/>
          </a:p>
        </p:txBody>
      </p:sp>
      <p:sp>
        <p:nvSpPr>
          <p:cNvPr id="278" name="Google Shape;278;p4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breath of the earth</a:t>
            </a:r>
            <a:endParaRPr sz="1100"/>
          </a:p>
        </p:txBody>
      </p:sp>
      <p:sp>
        <p:nvSpPr>
          <p:cNvPr id="279" name="Google Shape;279;p4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mighty wind</a:t>
            </a:r>
            <a:endParaRPr sz="1100"/>
          </a:p>
        </p:txBody>
      </p:sp>
      <p:sp>
        <p:nvSpPr>
          <p:cNvPr id="280" name="Google Shape;280;p4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breath of life</a:t>
            </a:r>
            <a:endParaRPr sz="1100"/>
          </a:p>
        </p:txBody>
      </p:sp>
      <p:sp>
        <p:nvSpPr>
          <p:cNvPr id="281" name="Google Shape;281;p4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Spirit of wisdom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2:7</a:t>
            </a:r>
            <a:endParaRPr sz="1100"/>
          </a:p>
        </p:txBody>
      </p:sp>
      <p:sp>
        <p:nvSpPr>
          <p:cNvPr id="287" name="Google Shape;287;p4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According to Genesis 2:7, what did the LORD God breathe into man's nostrils?</a:t>
            </a:r>
            <a:endParaRPr sz="1100"/>
          </a:p>
        </p:txBody>
      </p:sp>
      <p:sp>
        <p:nvSpPr>
          <p:cNvPr id="288" name="Google Shape;288;p4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breath of the earth</a:t>
            </a:r>
            <a:endParaRPr sz="1100"/>
          </a:p>
        </p:txBody>
      </p:sp>
      <p:sp>
        <p:nvSpPr>
          <p:cNvPr id="289" name="Google Shape;289;p4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mighty wind</a:t>
            </a:r>
            <a:endParaRPr sz="1100"/>
          </a:p>
        </p:txBody>
      </p:sp>
      <p:sp>
        <p:nvSpPr>
          <p:cNvPr id="290" name="Google Shape;290;p4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 breath of life</a:t>
            </a:r>
            <a:endParaRPr sz="1100"/>
          </a:p>
        </p:txBody>
      </p:sp>
      <p:sp>
        <p:nvSpPr>
          <p:cNvPr id="291" name="Google Shape;291;p4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Spirit of wisdom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2:2</a:t>
            </a:r>
            <a:endParaRPr sz="1100"/>
          </a:p>
        </p:txBody>
      </p:sp>
      <p:sp>
        <p:nvSpPr>
          <p:cNvPr id="297" name="Google Shape;297;p4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According to Genesis 2:2, what did God do on the seventh day?</a:t>
            </a:r>
            <a:endParaRPr sz="1100"/>
          </a:p>
        </p:txBody>
      </p:sp>
      <p:sp>
        <p:nvSpPr>
          <p:cNvPr id="298" name="Google Shape;298;p4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planted the garden</a:t>
            </a:r>
            <a:endParaRPr sz="1100"/>
          </a:p>
        </p:txBody>
      </p:sp>
      <p:sp>
        <p:nvSpPr>
          <p:cNvPr id="299" name="Google Shape;299;p4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 created the animals</a:t>
            </a:r>
            <a:endParaRPr sz="1100"/>
          </a:p>
        </p:txBody>
      </p:sp>
      <p:sp>
        <p:nvSpPr>
          <p:cNvPr id="300" name="Google Shape;300;p4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formed woman</a:t>
            </a:r>
            <a:endParaRPr sz="1100"/>
          </a:p>
        </p:txBody>
      </p:sp>
      <p:sp>
        <p:nvSpPr>
          <p:cNvPr id="301" name="Google Shape;301;p4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rested from all His work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2:2</a:t>
            </a:r>
            <a:endParaRPr sz="1100"/>
          </a:p>
        </p:txBody>
      </p:sp>
      <p:sp>
        <p:nvSpPr>
          <p:cNvPr id="307" name="Google Shape;307;p4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According to Genesis 2:2, what did God do on the seventh day?</a:t>
            </a:r>
            <a:endParaRPr sz="1100"/>
          </a:p>
        </p:txBody>
      </p:sp>
      <p:sp>
        <p:nvSpPr>
          <p:cNvPr id="308" name="Google Shape;308;p4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planted the garden</a:t>
            </a:r>
            <a:endParaRPr sz="1100"/>
          </a:p>
        </p:txBody>
      </p:sp>
      <p:sp>
        <p:nvSpPr>
          <p:cNvPr id="309" name="Google Shape;309;p4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 created the animals</a:t>
            </a:r>
            <a:endParaRPr sz="1100"/>
          </a:p>
        </p:txBody>
      </p:sp>
      <p:sp>
        <p:nvSpPr>
          <p:cNvPr id="310" name="Google Shape;310;p4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formed woman</a:t>
            </a:r>
            <a:endParaRPr sz="1100"/>
          </a:p>
        </p:txBody>
      </p:sp>
      <p:sp>
        <p:nvSpPr>
          <p:cNvPr id="311" name="Google Shape;311;p4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He rested from all His work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2:9</a:t>
            </a:r>
            <a:endParaRPr sz="1100"/>
          </a:p>
        </p:txBody>
      </p:sp>
      <p:sp>
        <p:nvSpPr>
          <p:cNvPr id="317" name="Google Shape;317;p4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According to Genesis 2:9, what two special trees were in the midst of the garden?</a:t>
            </a:r>
            <a:endParaRPr sz="1100"/>
          </a:p>
        </p:txBody>
      </p:sp>
      <p:sp>
        <p:nvSpPr>
          <p:cNvPr id="318" name="Google Shape;318;p4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cedar and the palm tree</a:t>
            </a:r>
            <a:endParaRPr sz="1100"/>
          </a:p>
        </p:txBody>
      </p:sp>
      <p:sp>
        <p:nvSpPr>
          <p:cNvPr id="319" name="Google Shape;319;p4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tree of life and the tree of the knowledge of good and evil</a:t>
            </a:r>
            <a:endParaRPr sz="1100"/>
          </a:p>
        </p:txBody>
      </p:sp>
      <p:sp>
        <p:nvSpPr>
          <p:cNvPr id="320" name="Google Shape;320;p4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olive tree and the fig tree</a:t>
            </a:r>
            <a:endParaRPr sz="1100"/>
          </a:p>
        </p:txBody>
      </p:sp>
      <p:sp>
        <p:nvSpPr>
          <p:cNvPr id="321" name="Google Shape;321;p4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tree of wisdom and the tree of strength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2:9</a:t>
            </a:r>
            <a:endParaRPr sz="1100"/>
          </a:p>
        </p:txBody>
      </p:sp>
      <p:sp>
        <p:nvSpPr>
          <p:cNvPr id="327" name="Google Shape;327;p4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According to Genesis 2:9, what two special trees were in the midst of the garden?</a:t>
            </a:r>
            <a:endParaRPr sz="1100"/>
          </a:p>
        </p:txBody>
      </p:sp>
      <p:sp>
        <p:nvSpPr>
          <p:cNvPr id="328" name="Google Shape;328;p4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cedar and the palm tree</a:t>
            </a:r>
            <a:endParaRPr sz="1100"/>
          </a:p>
        </p:txBody>
      </p:sp>
      <p:sp>
        <p:nvSpPr>
          <p:cNvPr id="329" name="Google Shape;329;p4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 tree of life and the tree of the knowledge of good and evil</a:t>
            </a:r>
            <a:endParaRPr sz="1100"/>
          </a:p>
        </p:txBody>
      </p:sp>
      <p:sp>
        <p:nvSpPr>
          <p:cNvPr id="330" name="Google Shape;330;p4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olive tree and the fig tree</a:t>
            </a:r>
            <a:endParaRPr sz="1100"/>
          </a:p>
        </p:txBody>
      </p:sp>
      <p:sp>
        <p:nvSpPr>
          <p:cNvPr id="331" name="Google Shape;331;p4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tree of wisdom and the tree of strength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2:24</a:t>
            </a:r>
            <a:endParaRPr sz="1100"/>
          </a:p>
        </p:txBody>
      </p:sp>
      <p:sp>
        <p:nvSpPr>
          <p:cNvPr id="337" name="Google Shape;337;p4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According to Genesis 2:24, what happens when a man leaves his father and mother and is joined to his wife?</a:t>
            </a:r>
            <a:endParaRPr sz="1100"/>
          </a:p>
        </p:txBody>
      </p:sp>
      <p:sp>
        <p:nvSpPr>
          <p:cNvPr id="338" name="Google Shape;338;p4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They become rulers of the garden</a:t>
            </a:r>
            <a:endParaRPr sz="1100"/>
          </a:p>
        </p:txBody>
      </p:sp>
      <p:sp>
        <p:nvSpPr>
          <p:cNvPr id="339" name="Google Shape;339;p4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They return to their parents</a:t>
            </a:r>
            <a:endParaRPr sz="1100"/>
          </a:p>
        </p:txBody>
      </p:sp>
      <p:sp>
        <p:nvSpPr>
          <p:cNvPr id="340" name="Google Shape;340;p4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They become one flesh</a:t>
            </a:r>
            <a:endParaRPr sz="1100"/>
          </a:p>
        </p:txBody>
      </p:sp>
      <p:sp>
        <p:nvSpPr>
          <p:cNvPr id="341" name="Google Shape;341;p4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They are given a new name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2:24</a:t>
            </a:r>
            <a:endParaRPr sz="1100"/>
          </a:p>
        </p:txBody>
      </p:sp>
      <p:sp>
        <p:nvSpPr>
          <p:cNvPr id="347" name="Google Shape;347;p4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According to Genesis 2:24, what happens when a man leaves his father and mother and is joined to his wife?</a:t>
            </a:r>
            <a:endParaRPr sz="1100"/>
          </a:p>
        </p:txBody>
      </p:sp>
      <p:sp>
        <p:nvSpPr>
          <p:cNvPr id="348" name="Google Shape;348;p4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They become rulers of the garden</a:t>
            </a:r>
            <a:endParaRPr sz="1100"/>
          </a:p>
        </p:txBody>
      </p:sp>
      <p:sp>
        <p:nvSpPr>
          <p:cNvPr id="349" name="Google Shape;349;p4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They return to their parents</a:t>
            </a:r>
            <a:endParaRPr sz="1100"/>
          </a:p>
        </p:txBody>
      </p:sp>
      <p:sp>
        <p:nvSpPr>
          <p:cNvPr id="350" name="Google Shape;350;p4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They become one flesh</a:t>
            </a:r>
            <a:endParaRPr sz="1100"/>
          </a:p>
        </p:txBody>
      </p:sp>
      <p:sp>
        <p:nvSpPr>
          <p:cNvPr id="351" name="Google Shape;351;p4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They are given a new name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2:19</a:t>
            </a:r>
            <a:endParaRPr sz="1100"/>
          </a:p>
        </p:txBody>
      </p:sp>
      <p:sp>
        <p:nvSpPr>
          <p:cNvPr id="357" name="Google Shape;357;p4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According to Genesis 2:19, who named the living creatures?</a:t>
            </a:r>
            <a:endParaRPr sz="1100"/>
          </a:p>
        </p:txBody>
      </p:sp>
      <p:sp>
        <p:nvSpPr>
          <p:cNvPr id="358" name="Google Shape;358;p4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Adam</a:t>
            </a:r>
            <a:endParaRPr sz="1100"/>
          </a:p>
        </p:txBody>
      </p:sp>
      <p:sp>
        <p:nvSpPr>
          <p:cNvPr id="359" name="Google Shape;359;p4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God</a:t>
            </a:r>
            <a:endParaRPr sz="1100"/>
          </a:p>
        </p:txBody>
      </p:sp>
      <p:sp>
        <p:nvSpPr>
          <p:cNvPr id="360" name="Google Shape;360;p4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</a:t>
            </a:r>
            <a:endParaRPr sz="1100"/>
          </a:p>
        </p:txBody>
      </p:sp>
      <p:sp>
        <p:nvSpPr>
          <p:cNvPr id="361" name="Google Shape;361;p4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angels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2:19</a:t>
            </a:r>
            <a:endParaRPr sz="1100"/>
          </a:p>
        </p:txBody>
      </p:sp>
      <p:sp>
        <p:nvSpPr>
          <p:cNvPr id="367" name="Google Shape;367;p4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According to Genesis 2:19, who named the living creatures?</a:t>
            </a:r>
            <a:endParaRPr sz="1100"/>
          </a:p>
        </p:txBody>
      </p:sp>
      <p:sp>
        <p:nvSpPr>
          <p:cNvPr id="368" name="Google Shape;368;p4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Adam</a:t>
            </a:r>
            <a:endParaRPr sz="1100"/>
          </a:p>
        </p:txBody>
      </p:sp>
      <p:sp>
        <p:nvSpPr>
          <p:cNvPr id="369" name="Google Shape;369;p4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God</a:t>
            </a:r>
            <a:endParaRPr sz="1100"/>
          </a:p>
        </p:txBody>
      </p:sp>
      <p:sp>
        <p:nvSpPr>
          <p:cNvPr id="370" name="Google Shape;370;p4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</a:t>
            </a:r>
            <a:endParaRPr sz="1100"/>
          </a:p>
        </p:txBody>
      </p:sp>
      <p:sp>
        <p:nvSpPr>
          <p:cNvPr id="371" name="Google Shape;371;p4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angels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2:6</a:t>
            </a:r>
            <a:endParaRPr sz="1100"/>
          </a:p>
        </p:txBody>
      </p:sp>
      <p:sp>
        <p:nvSpPr>
          <p:cNvPr id="377" name="Google Shape;377;p5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According to Genesis 2:6, what watered the whole face of the ground?</a:t>
            </a:r>
            <a:endParaRPr sz="1100"/>
          </a:p>
        </p:txBody>
      </p:sp>
      <p:sp>
        <p:nvSpPr>
          <p:cNvPr id="378" name="Google Shape;378;p5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mist</a:t>
            </a:r>
            <a:endParaRPr sz="1100"/>
          </a:p>
        </p:txBody>
      </p:sp>
      <p:sp>
        <p:nvSpPr>
          <p:cNvPr id="379" name="Google Shape;379;p5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river from Egypt</a:t>
            </a:r>
            <a:endParaRPr sz="1100"/>
          </a:p>
        </p:txBody>
      </p:sp>
      <p:sp>
        <p:nvSpPr>
          <p:cNvPr id="380" name="Google Shape;380;p5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Rain from the clouds</a:t>
            </a:r>
            <a:endParaRPr sz="1100"/>
          </a:p>
        </p:txBody>
      </p:sp>
      <p:sp>
        <p:nvSpPr>
          <p:cNvPr id="381" name="Google Shape;381;p5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sea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2:6</a:t>
            </a:r>
            <a:endParaRPr sz="1100"/>
          </a:p>
        </p:txBody>
      </p:sp>
      <p:sp>
        <p:nvSpPr>
          <p:cNvPr id="387" name="Google Shape;387;p5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According to Genesis 2:6, what watered the whole face of the ground?</a:t>
            </a:r>
            <a:endParaRPr sz="1100"/>
          </a:p>
        </p:txBody>
      </p:sp>
      <p:sp>
        <p:nvSpPr>
          <p:cNvPr id="388" name="Google Shape;388;p5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A mist</a:t>
            </a:r>
            <a:endParaRPr sz="1100"/>
          </a:p>
        </p:txBody>
      </p:sp>
      <p:sp>
        <p:nvSpPr>
          <p:cNvPr id="389" name="Google Shape;389;p5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river from Egypt</a:t>
            </a:r>
            <a:endParaRPr sz="1100"/>
          </a:p>
        </p:txBody>
      </p:sp>
      <p:sp>
        <p:nvSpPr>
          <p:cNvPr id="390" name="Google Shape;390;p5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Rain from the clouds</a:t>
            </a:r>
            <a:endParaRPr sz="1100"/>
          </a:p>
        </p:txBody>
      </p:sp>
      <p:sp>
        <p:nvSpPr>
          <p:cNvPr id="391" name="Google Shape;391;p5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sea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2:18</a:t>
            </a:r>
            <a:endParaRPr sz="1100"/>
          </a:p>
        </p:txBody>
      </p:sp>
      <p:sp>
        <p:nvSpPr>
          <p:cNvPr id="397" name="Google Shape;397;p5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According to Genesis 2:18, what did God say was not good?</a:t>
            </a:r>
            <a:endParaRPr sz="1100"/>
          </a:p>
        </p:txBody>
      </p:sp>
      <p:sp>
        <p:nvSpPr>
          <p:cNvPr id="398" name="Google Shape;398;p5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That the trees bore fruit</a:t>
            </a:r>
            <a:endParaRPr sz="1100"/>
          </a:p>
        </p:txBody>
      </p:sp>
      <p:sp>
        <p:nvSpPr>
          <p:cNvPr id="399" name="Google Shape;399;p5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That the animals had names</a:t>
            </a:r>
            <a:endParaRPr sz="1100"/>
          </a:p>
        </p:txBody>
      </p:sp>
      <p:sp>
        <p:nvSpPr>
          <p:cNvPr id="400" name="Google Shape;400;p5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That man should be alone</a:t>
            </a:r>
            <a:endParaRPr sz="1100"/>
          </a:p>
        </p:txBody>
      </p:sp>
      <p:sp>
        <p:nvSpPr>
          <p:cNvPr id="401" name="Google Shape;401;p5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That the garden had no river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2:18</a:t>
            </a:r>
            <a:endParaRPr sz="1100"/>
          </a:p>
        </p:txBody>
      </p:sp>
      <p:sp>
        <p:nvSpPr>
          <p:cNvPr id="407" name="Google Shape;407;p5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According to Genesis 2:18, what did God say was not good?</a:t>
            </a:r>
            <a:endParaRPr sz="1100"/>
          </a:p>
        </p:txBody>
      </p:sp>
      <p:sp>
        <p:nvSpPr>
          <p:cNvPr id="408" name="Google Shape;408;p5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That the trees bore fruit</a:t>
            </a:r>
            <a:endParaRPr sz="1100"/>
          </a:p>
        </p:txBody>
      </p:sp>
      <p:sp>
        <p:nvSpPr>
          <p:cNvPr id="409" name="Google Shape;409;p5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That the animals had names</a:t>
            </a:r>
            <a:endParaRPr sz="1100"/>
          </a:p>
        </p:txBody>
      </p:sp>
      <p:sp>
        <p:nvSpPr>
          <p:cNvPr id="410" name="Google Shape;410;p5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That man should be alone</a:t>
            </a:r>
            <a:endParaRPr sz="1100"/>
          </a:p>
        </p:txBody>
      </p:sp>
      <p:sp>
        <p:nvSpPr>
          <p:cNvPr id="411" name="Google Shape;411;p5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That the garden had no river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2:3</a:t>
            </a:r>
            <a:endParaRPr sz="1100"/>
          </a:p>
        </p:txBody>
      </p:sp>
      <p:sp>
        <p:nvSpPr>
          <p:cNvPr id="417" name="Google Shape;417;p5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According to Genesis 2:3, what did God do to the seventh day?</a:t>
            </a:r>
            <a:endParaRPr sz="1100"/>
          </a:p>
        </p:txBody>
      </p:sp>
      <p:sp>
        <p:nvSpPr>
          <p:cNvPr id="418" name="Google Shape;418;p5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divided it from the night</a:t>
            </a:r>
            <a:endParaRPr sz="1100"/>
          </a:p>
        </p:txBody>
      </p:sp>
      <p:sp>
        <p:nvSpPr>
          <p:cNvPr id="419" name="Google Shape;419;p5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 blessed it and sanctified it</a:t>
            </a:r>
            <a:endParaRPr sz="1100"/>
          </a:p>
        </p:txBody>
      </p:sp>
      <p:sp>
        <p:nvSpPr>
          <p:cNvPr id="420" name="Google Shape;420;p5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gave it to Adam</a:t>
            </a:r>
            <a:endParaRPr sz="1100"/>
          </a:p>
        </p:txBody>
      </p:sp>
      <p:sp>
        <p:nvSpPr>
          <p:cNvPr id="421" name="Google Shape;421;p5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named it Eden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2:3</a:t>
            </a:r>
            <a:endParaRPr sz="1100"/>
          </a:p>
        </p:txBody>
      </p:sp>
      <p:sp>
        <p:nvSpPr>
          <p:cNvPr id="427" name="Google Shape;427;p5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According to Genesis 2:3, what did God do to the seventh day?</a:t>
            </a:r>
            <a:endParaRPr sz="1100"/>
          </a:p>
        </p:txBody>
      </p:sp>
      <p:sp>
        <p:nvSpPr>
          <p:cNvPr id="428" name="Google Shape;428;p5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divided it from the night</a:t>
            </a:r>
            <a:endParaRPr sz="1100"/>
          </a:p>
        </p:txBody>
      </p:sp>
      <p:sp>
        <p:nvSpPr>
          <p:cNvPr id="429" name="Google Shape;429;p5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He blessed it and sanctified it</a:t>
            </a:r>
            <a:endParaRPr sz="1100"/>
          </a:p>
        </p:txBody>
      </p:sp>
      <p:sp>
        <p:nvSpPr>
          <p:cNvPr id="430" name="Google Shape;430;p5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gave it to Adam</a:t>
            </a:r>
            <a:endParaRPr sz="1100"/>
          </a:p>
        </p:txBody>
      </p:sp>
      <p:sp>
        <p:nvSpPr>
          <p:cNvPr id="431" name="Google Shape;431;p5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named it Eden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2:7</a:t>
            </a:r>
            <a:endParaRPr sz="1100"/>
          </a:p>
        </p:txBody>
      </p:sp>
      <p:sp>
        <p:nvSpPr>
          <p:cNvPr id="437" name="Google Shape;437;p5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According to Genesis 2:7, what did man become?</a:t>
            </a:r>
            <a:endParaRPr sz="1100"/>
          </a:p>
        </p:txBody>
      </p:sp>
      <p:sp>
        <p:nvSpPr>
          <p:cNvPr id="438" name="Google Shape;438;p5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spirit only</a:t>
            </a:r>
            <a:endParaRPr sz="1100"/>
          </a:p>
        </p:txBody>
      </p:sp>
      <p:sp>
        <p:nvSpPr>
          <p:cNvPr id="439" name="Google Shape;439;p5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ruler of heaven</a:t>
            </a:r>
            <a:endParaRPr sz="1100"/>
          </a:p>
        </p:txBody>
      </p:sp>
      <p:sp>
        <p:nvSpPr>
          <p:cNvPr id="440" name="Google Shape;440;p5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An angel</a:t>
            </a:r>
            <a:endParaRPr sz="1100"/>
          </a:p>
        </p:txBody>
      </p:sp>
      <p:sp>
        <p:nvSpPr>
          <p:cNvPr id="441" name="Google Shape;441;p5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living being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2:7</a:t>
            </a:r>
            <a:endParaRPr sz="1100"/>
          </a:p>
        </p:txBody>
      </p:sp>
      <p:sp>
        <p:nvSpPr>
          <p:cNvPr id="447" name="Google Shape;447;p5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According to Genesis 2:7, what did man become?</a:t>
            </a:r>
            <a:endParaRPr sz="1100"/>
          </a:p>
        </p:txBody>
      </p:sp>
      <p:sp>
        <p:nvSpPr>
          <p:cNvPr id="448" name="Google Shape;448;p5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spirit only</a:t>
            </a:r>
            <a:endParaRPr sz="1100"/>
          </a:p>
        </p:txBody>
      </p:sp>
      <p:sp>
        <p:nvSpPr>
          <p:cNvPr id="449" name="Google Shape;449;p5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ruler of heaven</a:t>
            </a:r>
            <a:endParaRPr sz="1100"/>
          </a:p>
        </p:txBody>
      </p:sp>
      <p:sp>
        <p:nvSpPr>
          <p:cNvPr id="450" name="Google Shape;450;p5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An angel</a:t>
            </a:r>
            <a:endParaRPr sz="1100"/>
          </a:p>
        </p:txBody>
      </p:sp>
      <p:sp>
        <p:nvSpPr>
          <p:cNvPr id="451" name="Google Shape;451;p5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A living being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2:17</a:t>
            </a:r>
            <a:endParaRPr sz="1100"/>
          </a:p>
        </p:txBody>
      </p:sp>
      <p:sp>
        <p:nvSpPr>
          <p:cNvPr id="457" name="Google Shape;457;p5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According to Genesis 2:17, what did God say would happen if man ate from that tree?</a:t>
            </a:r>
            <a:endParaRPr sz="1100"/>
          </a:p>
        </p:txBody>
      </p:sp>
      <p:sp>
        <p:nvSpPr>
          <p:cNvPr id="458" name="Google Shape;458;p5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would become an animal</a:t>
            </a:r>
            <a:endParaRPr sz="1100"/>
          </a:p>
        </p:txBody>
      </p:sp>
      <p:sp>
        <p:nvSpPr>
          <p:cNvPr id="459" name="Google Shape;459;p5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 would lose his name</a:t>
            </a:r>
            <a:endParaRPr sz="1100"/>
          </a:p>
        </p:txBody>
      </p:sp>
      <p:sp>
        <p:nvSpPr>
          <p:cNvPr id="460" name="Google Shape;460;p5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would surely die</a:t>
            </a:r>
            <a:endParaRPr sz="1100"/>
          </a:p>
        </p:txBody>
      </p:sp>
      <p:sp>
        <p:nvSpPr>
          <p:cNvPr id="461" name="Google Shape;461;p5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would leave the garden immediately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2:17</a:t>
            </a:r>
            <a:endParaRPr sz="1100"/>
          </a:p>
        </p:txBody>
      </p:sp>
      <p:sp>
        <p:nvSpPr>
          <p:cNvPr id="467" name="Google Shape;467;p5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According to Genesis 2:17, what did God say would happen if man ate from that tree?</a:t>
            </a:r>
            <a:endParaRPr sz="1100"/>
          </a:p>
        </p:txBody>
      </p:sp>
      <p:sp>
        <p:nvSpPr>
          <p:cNvPr id="468" name="Google Shape;468;p5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would become an animal</a:t>
            </a:r>
            <a:endParaRPr sz="1100"/>
          </a:p>
        </p:txBody>
      </p:sp>
      <p:sp>
        <p:nvSpPr>
          <p:cNvPr id="469" name="Google Shape;469;p5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 would lose his name</a:t>
            </a:r>
            <a:endParaRPr sz="1100"/>
          </a:p>
        </p:txBody>
      </p:sp>
      <p:sp>
        <p:nvSpPr>
          <p:cNvPr id="470" name="Google Shape;470;p5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He would surely die</a:t>
            </a:r>
            <a:endParaRPr sz="1100"/>
          </a:p>
        </p:txBody>
      </p:sp>
      <p:sp>
        <p:nvSpPr>
          <p:cNvPr id="471" name="Google Shape;471;p5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would leave the garden immediately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2:21-22</a:t>
            </a:r>
            <a:endParaRPr sz="1100"/>
          </a:p>
        </p:txBody>
      </p:sp>
      <p:sp>
        <p:nvSpPr>
          <p:cNvPr id="477" name="Google Shape;477;p6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 According to Genesis 2:21-22, how did the LORD God make the woman?</a:t>
            </a:r>
            <a:endParaRPr sz="1100"/>
          </a:p>
        </p:txBody>
      </p:sp>
      <p:sp>
        <p:nvSpPr>
          <p:cNvPr id="478" name="Google Shape;478;p6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created her from a tree</a:t>
            </a:r>
            <a:endParaRPr sz="1100"/>
          </a:p>
        </p:txBody>
      </p:sp>
      <p:sp>
        <p:nvSpPr>
          <p:cNvPr id="479" name="Google Shape;479;p6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 took one of Adam's ribs and made it into a woman</a:t>
            </a:r>
            <a:endParaRPr sz="1100"/>
          </a:p>
        </p:txBody>
      </p:sp>
      <p:sp>
        <p:nvSpPr>
          <p:cNvPr id="480" name="Google Shape;480;p6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brought her from another garden</a:t>
            </a:r>
            <a:endParaRPr sz="1100"/>
          </a:p>
        </p:txBody>
      </p:sp>
      <p:sp>
        <p:nvSpPr>
          <p:cNvPr id="481" name="Google Shape;481;p6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formed her from the dust separately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2:21-22</a:t>
            </a:r>
            <a:endParaRPr sz="1100"/>
          </a:p>
        </p:txBody>
      </p:sp>
      <p:sp>
        <p:nvSpPr>
          <p:cNvPr id="487" name="Google Shape;487;p6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 According to Genesis 2:21-22, how did the LORD God make the woman?</a:t>
            </a:r>
            <a:endParaRPr sz="1100"/>
          </a:p>
        </p:txBody>
      </p:sp>
      <p:sp>
        <p:nvSpPr>
          <p:cNvPr id="488" name="Google Shape;488;p6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He created her from a tree</a:t>
            </a:r>
            <a:endParaRPr sz="1100"/>
          </a:p>
        </p:txBody>
      </p:sp>
      <p:sp>
        <p:nvSpPr>
          <p:cNvPr id="489" name="Google Shape;489;p6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He took one of Adam's ribs and made it into a woman</a:t>
            </a:r>
            <a:endParaRPr sz="1100"/>
          </a:p>
        </p:txBody>
      </p:sp>
      <p:sp>
        <p:nvSpPr>
          <p:cNvPr id="490" name="Google Shape;490;p6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 brought her from another garden</a:t>
            </a:r>
            <a:endParaRPr sz="1100"/>
          </a:p>
        </p:txBody>
      </p:sp>
      <p:sp>
        <p:nvSpPr>
          <p:cNvPr id="491" name="Google Shape;491;p6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He formed her from the dust separately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