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9b64e880c4d9515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79b64e880c4d9515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79b64e880c4d9515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79b64e880c4d9515_3_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9b64e880c4d9515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79b64e880c4d9515_3_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79b64e880c4d9515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79b64e880c4d9515_3_9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79b64e880c4d9515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h79b64e880c4d9515_3_1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9b64e880c4d9515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79b64e880c4d9515_3_1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9b64e880c4d9515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79b64e880c4d9515_3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79b64e880c4d9515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79b64e880c4d9515_3_1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79b64e880c4d9515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79b64e880c4d9515_3_1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79b64e880c4d9515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h79b64e880c4d9515_3_15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79b64e880c4d9515_3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79b64e880c4d9515_3_16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79b64e880c4d9515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h79b64e880c4d9515_3_1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9b64e880c4d9515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79b64e880c4d9515_3_1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79b64e880c4d9515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79b64e880c4d9515_3_1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79b64e880c4d9515_3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79b64e880c4d9515_3_1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79b64e880c4d9515_3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79b64e880c4d9515_3_2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79b64e880c4d9515_3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h79b64e880c4d9515_3_2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79b64e880c4d9515_3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79b64e880c4d9515_3_2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79b64e880c4d9515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h79b64e880c4d9515_3_2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9b64e880c4d9515_3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h79b64e880c4d9515_3_2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79b64e880c4d9515_3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79b64e880c4d9515_3_25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79b64e880c4d9515_3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h79b64e880c4d9515_3_2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79b64e880c4d9515_3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h79b64e880c4d9515_3_2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79b64e880c4d9515_3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h79b64e880c4d9515_3_2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79b64e880c4d9515_3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79b64e880c4d9515_3_2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79b64e880c4d9515_3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h79b64e880c4d9515_3_2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79b64e880c4d9515_3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h79b64e880c4d9515_3_3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79b64e880c4d9515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h79b64e880c4d9515_3_3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79b64e880c4d9515_3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h79b64e880c4d9515_3_3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79b64e880c4d9515_3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h79b64e880c4d9515_3_33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79b64e880c4d9515_3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h79b64e880c4d9515_3_34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79b64e880c4d9515_3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h79b64e880c4d9515_3_35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79b64e880c4d9515_3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h79b64e880c4d9515_3_36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79b64e880c4d9515_3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h79b64e880c4d9515_3_36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79b64e880c4d9515_3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h79b64e880c4d9515_3_3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79b64e880c4d9515_3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79b64e880c4d9515_3_38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h79b64e880c4d9515_3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h79b64e880c4d9515_3_3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79b64e880c4d9515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79b64e880c4d9515_3_4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79b64e880c4d9515_3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h79b64e880c4d9515_3_4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79b64e880c4d9515_3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h79b64e880c4d9515_3_4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79b64e880c4d9515_3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h79b64e880c4d9515_3_43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55" y="891540"/>
            <a:ext cx="80240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891564" y="2057400"/>
            <a:ext cx="733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Guide 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1:18</a:t>
            </a:r>
            <a:endParaRPr sz="1100"/>
          </a:p>
        </p:txBody>
      </p:sp>
      <p:sp>
        <p:nvSpPr>
          <p:cNvPr id="136" name="Google Shape;136;p2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According to Genesis 1:18, what were the lights to rule over?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day and the night.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land and the seas.</a:t>
            </a:r>
            <a:endParaRPr sz="1100"/>
          </a:p>
        </p:txBody>
      </p:sp>
      <p:sp>
        <p:nvSpPr>
          <p:cNvPr id="139" name="Google Shape;139;p2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seasons and the years.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birds and the fish.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1:18</a:t>
            </a:r>
            <a:endParaRPr sz="1100"/>
          </a:p>
        </p:txBody>
      </p:sp>
      <p:sp>
        <p:nvSpPr>
          <p:cNvPr id="146" name="Google Shape;146;p2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According to Genesis 1:18, what were the lights to rule over?</a:t>
            </a:r>
            <a:endParaRPr sz="1100"/>
          </a:p>
        </p:txBody>
      </p:sp>
      <p:sp>
        <p:nvSpPr>
          <p:cNvPr id="147" name="Google Shape;147;p2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The day and the night.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land and the seas.</a:t>
            </a:r>
            <a:endParaRPr sz="1100"/>
          </a:p>
        </p:txBody>
      </p:sp>
      <p:sp>
        <p:nvSpPr>
          <p:cNvPr id="149" name="Google Shape;149;p2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seasons and the years.</a:t>
            </a:r>
            <a:endParaRPr sz="1100"/>
          </a:p>
        </p:txBody>
      </p:sp>
      <p:sp>
        <p:nvSpPr>
          <p:cNvPr id="150" name="Google Shape;150;p2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birds and the fish.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1:7</a:t>
            </a:r>
            <a:endParaRPr sz="1100"/>
          </a:p>
        </p:txBody>
      </p:sp>
      <p:sp>
        <p:nvSpPr>
          <p:cNvPr id="156" name="Google Shape;156;p2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According to Genesis 1:7, what did the firmament divide?</a:t>
            </a:r>
            <a:endParaRPr sz="1100"/>
          </a:p>
        </p:txBody>
      </p:sp>
      <p:sp>
        <p:nvSpPr>
          <p:cNvPr id="157" name="Google Shape;157;p2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sea from the dry land.</a:t>
            </a:r>
            <a:endParaRPr sz="1100"/>
          </a:p>
        </p:txBody>
      </p:sp>
      <p:sp>
        <p:nvSpPr>
          <p:cNvPr id="158" name="Google Shape;158;p2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light from the darkness.</a:t>
            </a:r>
            <a:endParaRPr sz="1100"/>
          </a:p>
        </p:txBody>
      </p:sp>
      <p:sp>
        <p:nvSpPr>
          <p:cNvPr id="159" name="Google Shape;159;p2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day from the night.</a:t>
            </a:r>
            <a:endParaRPr sz="1100"/>
          </a:p>
        </p:txBody>
      </p:sp>
      <p:sp>
        <p:nvSpPr>
          <p:cNvPr id="160" name="Google Shape;160;p2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under the firmament from the waters above the firmament.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1:7</a:t>
            </a:r>
            <a:endParaRPr sz="1100"/>
          </a:p>
        </p:txBody>
      </p:sp>
      <p:sp>
        <p:nvSpPr>
          <p:cNvPr id="166" name="Google Shape;166;p2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According to Genesis 1:7, what did the firmament divide?</a:t>
            </a:r>
            <a:endParaRPr sz="1100"/>
          </a:p>
        </p:txBody>
      </p:sp>
      <p:sp>
        <p:nvSpPr>
          <p:cNvPr id="167" name="Google Shape;167;p2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sea from the dry land.</a:t>
            </a:r>
            <a:endParaRPr sz="1100"/>
          </a:p>
        </p:txBody>
      </p:sp>
      <p:sp>
        <p:nvSpPr>
          <p:cNvPr id="168" name="Google Shape;168;p2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light from the darkness.</a:t>
            </a:r>
            <a:endParaRPr sz="1100"/>
          </a:p>
        </p:txBody>
      </p:sp>
      <p:sp>
        <p:nvSpPr>
          <p:cNvPr id="169" name="Google Shape;169;p2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day from the night.</a:t>
            </a:r>
            <a:endParaRPr sz="1100"/>
          </a:p>
        </p:txBody>
      </p:sp>
      <p:sp>
        <p:nvSpPr>
          <p:cNvPr id="170" name="Google Shape;170;p2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waters under the firmament from the waters above the firmament.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1:12</a:t>
            </a:r>
            <a:endParaRPr sz="1100"/>
          </a:p>
        </p:txBody>
      </p:sp>
      <p:sp>
        <p:nvSpPr>
          <p:cNvPr id="176" name="Google Shape;176;p3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According to Genesis 1:12, how did the earth bring forth grass, herbs, and trees?</a:t>
            </a:r>
            <a:endParaRPr sz="1100"/>
          </a:p>
        </p:txBody>
      </p:sp>
      <p:sp>
        <p:nvSpPr>
          <p:cNvPr id="177" name="Google Shape;177;p3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after rain fell.</a:t>
            </a:r>
            <a:endParaRPr sz="1100"/>
          </a:p>
        </p:txBody>
      </p:sp>
      <p:sp>
        <p:nvSpPr>
          <p:cNvPr id="178" name="Google Shape;178;p3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According to the seasons.</a:t>
            </a:r>
            <a:endParaRPr sz="1100"/>
          </a:p>
        </p:txBody>
      </p:sp>
      <p:sp>
        <p:nvSpPr>
          <p:cNvPr id="179" name="Google Shape;179;p3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According to their kind.</a:t>
            </a:r>
            <a:endParaRPr sz="1100"/>
          </a:p>
        </p:txBody>
      </p:sp>
      <p:sp>
        <p:nvSpPr>
          <p:cNvPr id="180" name="Google Shape;180;p3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All at one time without seed.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1:12</a:t>
            </a:r>
            <a:endParaRPr sz="1100"/>
          </a:p>
        </p:txBody>
      </p:sp>
      <p:sp>
        <p:nvSpPr>
          <p:cNvPr id="186" name="Google Shape;186;p3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According to Genesis 1:12, how did the earth bring forth grass, herbs, and trees?</a:t>
            </a:r>
            <a:endParaRPr sz="1100"/>
          </a:p>
        </p:txBody>
      </p:sp>
      <p:sp>
        <p:nvSpPr>
          <p:cNvPr id="187" name="Google Shape;187;p3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after rain fell.</a:t>
            </a:r>
            <a:endParaRPr sz="1100"/>
          </a:p>
        </p:txBody>
      </p:sp>
      <p:sp>
        <p:nvSpPr>
          <p:cNvPr id="188" name="Google Shape;188;p3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According to the seasons.</a:t>
            </a:r>
            <a:endParaRPr sz="1100"/>
          </a:p>
        </p:txBody>
      </p:sp>
      <p:sp>
        <p:nvSpPr>
          <p:cNvPr id="189" name="Google Shape;189;p3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According to their kind.</a:t>
            </a:r>
            <a:endParaRPr sz="1100"/>
          </a:p>
        </p:txBody>
      </p:sp>
      <p:sp>
        <p:nvSpPr>
          <p:cNvPr id="190" name="Google Shape;190;p3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All at one time without seed.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1:18</a:t>
            </a:r>
            <a:endParaRPr sz="1100"/>
          </a:p>
        </p:txBody>
      </p:sp>
      <p:sp>
        <p:nvSpPr>
          <p:cNvPr id="196" name="Google Shape;196;p3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According to Genesis 1:18, what were the lights to divide?</a:t>
            </a:r>
            <a:endParaRPr sz="1100"/>
          </a:p>
        </p:txBody>
      </p:sp>
      <p:sp>
        <p:nvSpPr>
          <p:cNvPr id="197" name="Google Shape;197;p3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light from the darkness.</a:t>
            </a:r>
            <a:endParaRPr sz="1100"/>
          </a:p>
        </p:txBody>
      </p:sp>
      <p:sp>
        <p:nvSpPr>
          <p:cNvPr id="198" name="Google Shape;198;p3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heavens from the earth.</a:t>
            </a:r>
            <a:endParaRPr sz="1100"/>
          </a:p>
        </p:txBody>
      </p:sp>
      <p:sp>
        <p:nvSpPr>
          <p:cNvPr id="199" name="Google Shape;199;p3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morning from the evening.</a:t>
            </a:r>
            <a:endParaRPr sz="1100"/>
          </a:p>
        </p:txBody>
      </p:sp>
      <p:sp>
        <p:nvSpPr>
          <p:cNvPr id="200" name="Google Shape;200;p3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from the land.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1:18</a:t>
            </a:r>
            <a:endParaRPr sz="1100"/>
          </a:p>
        </p:txBody>
      </p:sp>
      <p:sp>
        <p:nvSpPr>
          <p:cNvPr id="206" name="Google Shape;206;p3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According to Genesis 1:18, what were the lights to divide?</a:t>
            </a:r>
            <a:endParaRPr sz="1100"/>
          </a:p>
        </p:txBody>
      </p:sp>
      <p:sp>
        <p:nvSpPr>
          <p:cNvPr id="207" name="Google Shape;207;p3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The light from the darkness.</a:t>
            </a:r>
            <a:endParaRPr sz="1100"/>
          </a:p>
        </p:txBody>
      </p:sp>
      <p:sp>
        <p:nvSpPr>
          <p:cNvPr id="208" name="Google Shape;208;p3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heavens from the earth.</a:t>
            </a:r>
            <a:endParaRPr sz="1100"/>
          </a:p>
        </p:txBody>
      </p:sp>
      <p:sp>
        <p:nvSpPr>
          <p:cNvPr id="209" name="Google Shape;209;p3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morning from the evening.</a:t>
            </a:r>
            <a:endParaRPr sz="1100"/>
          </a:p>
        </p:txBody>
      </p:sp>
      <p:sp>
        <p:nvSpPr>
          <p:cNvPr id="210" name="Google Shape;210;p3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waters from the land.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1:9</a:t>
            </a:r>
            <a:endParaRPr sz="1100"/>
          </a:p>
        </p:txBody>
      </p:sp>
      <p:sp>
        <p:nvSpPr>
          <p:cNvPr id="216" name="Google Shape;216;p3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According to Genesis 1:9, what appeared after the waters were gathered together?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grass.</a:t>
            </a:r>
            <a:endParaRPr sz="1100"/>
          </a:p>
        </p:txBody>
      </p:sp>
      <p:sp>
        <p:nvSpPr>
          <p:cNvPr id="218" name="Google Shape;218;p3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dry land.</a:t>
            </a:r>
            <a:endParaRPr sz="1100"/>
          </a:p>
        </p:txBody>
      </p:sp>
      <p:sp>
        <p:nvSpPr>
          <p:cNvPr id="219" name="Google Shape;219;p3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stars.</a:t>
            </a:r>
            <a:endParaRPr sz="1100"/>
          </a:p>
        </p:txBody>
      </p:sp>
      <p:sp>
        <p:nvSpPr>
          <p:cNvPr id="220" name="Google Shape;220;p3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firmament.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1:9</a:t>
            </a:r>
            <a:endParaRPr sz="1100"/>
          </a:p>
        </p:txBody>
      </p:sp>
      <p:sp>
        <p:nvSpPr>
          <p:cNvPr id="226" name="Google Shape;226;p3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According to Genesis 1:9, what appeared after the waters were gathered together?</a:t>
            </a:r>
            <a:endParaRPr sz="1100"/>
          </a:p>
        </p:txBody>
      </p:sp>
      <p:sp>
        <p:nvSpPr>
          <p:cNvPr id="227" name="Google Shape;227;p3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grass.</a:t>
            </a:r>
            <a:endParaRPr sz="1100"/>
          </a:p>
        </p:txBody>
      </p:sp>
      <p:sp>
        <p:nvSpPr>
          <p:cNvPr id="228" name="Google Shape;228;p3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 dry land.</a:t>
            </a:r>
            <a:endParaRPr sz="1100"/>
          </a:p>
        </p:txBody>
      </p:sp>
      <p:sp>
        <p:nvSpPr>
          <p:cNvPr id="229" name="Google Shape;229;p3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stars.</a:t>
            </a:r>
            <a:endParaRPr sz="1100"/>
          </a:p>
        </p:txBody>
      </p:sp>
      <p:sp>
        <p:nvSpPr>
          <p:cNvPr id="230" name="Google Shape;230;p3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firmament.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1:21</a:t>
            </a:r>
            <a:endParaRPr sz="1100"/>
          </a:p>
        </p:txBody>
      </p:sp>
      <p:sp>
        <p:nvSpPr>
          <p:cNvPr id="236" name="Google Shape;236;p3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According to Genesis 1:21, what did God create in the waters?</a:t>
            </a:r>
            <a:endParaRPr sz="1100"/>
          </a:p>
        </p:txBody>
      </p:sp>
      <p:sp>
        <p:nvSpPr>
          <p:cNvPr id="237" name="Google Shape;237;p3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fish that were small.</a:t>
            </a:r>
            <a:endParaRPr sz="1100"/>
          </a:p>
        </p:txBody>
      </p:sp>
      <p:sp>
        <p:nvSpPr>
          <p:cNvPr id="238" name="Google Shape;238;p3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Cattle and creeping things.</a:t>
            </a:r>
            <a:endParaRPr sz="1100"/>
          </a:p>
        </p:txBody>
      </p:sp>
      <p:sp>
        <p:nvSpPr>
          <p:cNvPr id="239" name="Google Shape;239;p3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Birds only.</a:t>
            </a:r>
            <a:endParaRPr sz="1100"/>
          </a:p>
        </p:txBody>
      </p:sp>
      <p:sp>
        <p:nvSpPr>
          <p:cNvPr id="240" name="Google Shape;240;p3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Great sea creatures and every living thing that moves.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1:21</a:t>
            </a:r>
            <a:endParaRPr sz="1100"/>
          </a:p>
        </p:txBody>
      </p:sp>
      <p:sp>
        <p:nvSpPr>
          <p:cNvPr id="246" name="Google Shape;246;p3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According to Genesis 1:21, what did God create in the waters?</a:t>
            </a:r>
            <a:endParaRPr sz="1100"/>
          </a:p>
        </p:txBody>
      </p:sp>
      <p:sp>
        <p:nvSpPr>
          <p:cNvPr id="247" name="Google Shape;247;p3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fish that were small.</a:t>
            </a:r>
            <a:endParaRPr sz="1100"/>
          </a:p>
        </p:txBody>
      </p:sp>
      <p:sp>
        <p:nvSpPr>
          <p:cNvPr id="248" name="Google Shape;248;p3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Cattle and creeping things.</a:t>
            </a:r>
            <a:endParaRPr sz="1100"/>
          </a:p>
        </p:txBody>
      </p:sp>
      <p:sp>
        <p:nvSpPr>
          <p:cNvPr id="249" name="Google Shape;249;p3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Birds only.</a:t>
            </a:r>
            <a:endParaRPr sz="1100"/>
          </a:p>
        </p:txBody>
      </p:sp>
      <p:sp>
        <p:nvSpPr>
          <p:cNvPr id="250" name="Google Shape;250;p3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Great sea creatures and every living thing that moves.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1:5</a:t>
            </a:r>
            <a:endParaRPr sz="1100"/>
          </a:p>
        </p:txBody>
      </p:sp>
      <p:sp>
        <p:nvSpPr>
          <p:cNvPr id="256" name="Google Shape;256;p3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According to Genesis 1:5, what made up the first day?</a:t>
            </a:r>
            <a:endParaRPr sz="1100"/>
          </a:p>
        </p:txBody>
      </p:sp>
      <p:sp>
        <p:nvSpPr>
          <p:cNvPr id="257" name="Google Shape;257;p3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day and the stars.</a:t>
            </a:r>
            <a:endParaRPr sz="1100"/>
          </a:p>
        </p:txBody>
      </p:sp>
      <p:sp>
        <p:nvSpPr>
          <p:cNvPr id="258" name="Google Shape;258;p3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light and the firmament.</a:t>
            </a:r>
            <a:endParaRPr sz="1100"/>
          </a:p>
        </p:txBody>
      </p:sp>
      <p:sp>
        <p:nvSpPr>
          <p:cNvPr id="259" name="Google Shape;259;p3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morning and the night.</a:t>
            </a:r>
            <a:endParaRPr sz="1100"/>
          </a:p>
        </p:txBody>
      </p:sp>
      <p:sp>
        <p:nvSpPr>
          <p:cNvPr id="260" name="Google Shape;260;p3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evening and the morning.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1:5</a:t>
            </a:r>
            <a:endParaRPr sz="1100"/>
          </a:p>
        </p:txBody>
      </p:sp>
      <p:sp>
        <p:nvSpPr>
          <p:cNvPr id="266" name="Google Shape;266;p3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According to Genesis 1:5, what made up the first day?</a:t>
            </a:r>
            <a:endParaRPr sz="1100"/>
          </a:p>
        </p:txBody>
      </p:sp>
      <p:sp>
        <p:nvSpPr>
          <p:cNvPr id="267" name="Google Shape;267;p3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day and the stars.</a:t>
            </a:r>
            <a:endParaRPr sz="1100"/>
          </a:p>
        </p:txBody>
      </p:sp>
      <p:sp>
        <p:nvSpPr>
          <p:cNvPr id="268" name="Google Shape;268;p3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light and the firmament.</a:t>
            </a:r>
            <a:endParaRPr sz="1100"/>
          </a:p>
        </p:txBody>
      </p:sp>
      <p:sp>
        <p:nvSpPr>
          <p:cNvPr id="269" name="Google Shape;269;p3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morning and the night.</a:t>
            </a:r>
            <a:endParaRPr sz="1100"/>
          </a:p>
        </p:txBody>
      </p:sp>
      <p:sp>
        <p:nvSpPr>
          <p:cNvPr id="270" name="Google Shape;270;p3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evening and the morning.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1:13</a:t>
            </a:r>
            <a:endParaRPr sz="1100"/>
          </a:p>
        </p:txBody>
      </p:sp>
      <p:sp>
        <p:nvSpPr>
          <p:cNvPr id="276" name="Google Shape;276;p4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According to Genesis 1:13, which day ended with the evening and the morning?</a:t>
            </a:r>
            <a:endParaRPr sz="1100"/>
          </a:p>
        </p:txBody>
      </p:sp>
      <p:sp>
        <p:nvSpPr>
          <p:cNvPr id="277" name="Google Shape;277;p4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second day.</a:t>
            </a:r>
            <a:endParaRPr sz="1100"/>
          </a:p>
        </p:txBody>
      </p:sp>
      <p:sp>
        <p:nvSpPr>
          <p:cNvPr id="278" name="Google Shape;278;p4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third day.</a:t>
            </a:r>
            <a:endParaRPr sz="1100"/>
          </a:p>
        </p:txBody>
      </p:sp>
      <p:sp>
        <p:nvSpPr>
          <p:cNvPr id="279" name="Google Shape;279;p4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fourth day.</a:t>
            </a:r>
            <a:endParaRPr sz="1100"/>
          </a:p>
        </p:txBody>
      </p:sp>
      <p:sp>
        <p:nvSpPr>
          <p:cNvPr id="280" name="Google Shape;280;p4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fifth day.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1:13</a:t>
            </a:r>
            <a:endParaRPr sz="1100"/>
          </a:p>
        </p:txBody>
      </p:sp>
      <p:sp>
        <p:nvSpPr>
          <p:cNvPr id="286" name="Google Shape;286;p4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According to Genesis 1:13, which day ended with the evening and the morning?</a:t>
            </a:r>
            <a:endParaRPr sz="1100"/>
          </a:p>
        </p:txBody>
      </p:sp>
      <p:sp>
        <p:nvSpPr>
          <p:cNvPr id="287" name="Google Shape;287;p4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second day.</a:t>
            </a:r>
            <a:endParaRPr sz="1100"/>
          </a:p>
        </p:txBody>
      </p:sp>
      <p:sp>
        <p:nvSpPr>
          <p:cNvPr id="288" name="Google Shape;288;p4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 third day.</a:t>
            </a:r>
            <a:endParaRPr sz="1100"/>
          </a:p>
        </p:txBody>
      </p:sp>
      <p:sp>
        <p:nvSpPr>
          <p:cNvPr id="289" name="Google Shape;289;p4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fourth day.</a:t>
            </a:r>
            <a:endParaRPr sz="1100"/>
          </a:p>
        </p:txBody>
      </p:sp>
      <p:sp>
        <p:nvSpPr>
          <p:cNvPr id="290" name="Google Shape;290;p4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fifth day.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1:30</a:t>
            </a:r>
            <a:endParaRPr sz="1100"/>
          </a:p>
        </p:txBody>
      </p:sp>
      <p:sp>
        <p:nvSpPr>
          <p:cNvPr id="296" name="Google Shape;296;p4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According to Genesis 1:30, what did God give the animals for food?</a:t>
            </a:r>
            <a:endParaRPr sz="1100"/>
          </a:p>
        </p:txBody>
      </p:sp>
      <p:sp>
        <p:nvSpPr>
          <p:cNvPr id="297" name="Google Shape;297;p4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Every fruit tree.</a:t>
            </a:r>
            <a:endParaRPr sz="1100"/>
          </a:p>
        </p:txBody>
      </p:sp>
      <p:sp>
        <p:nvSpPr>
          <p:cNvPr id="298" name="Google Shape;298;p4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herbs that yield seed only.</a:t>
            </a:r>
            <a:endParaRPr sz="1100"/>
          </a:p>
        </p:txBody>
      </p:sp>
      <p:sp>
        <p:nvSpPr>
          <p:cNvPr id="299" name="Google Shape;299;p4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Every green herb.</a:t>
            </a:r>
            <a:endParaRPr sz="1100"/>
          </a:p>
        </p:txBody>
      </p:sp>
      <p:sp>
        <p:nvSpPr>
          <p:cNvPr id="300" name="Google Shape;300;p4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fish of the sea.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1:30</a:t>
            </a:r>
            <a:endParaRPr sz="1100"/>
          </a:p>
        </p:txBody>
      </p:sp>
      <p:sp>
        <p:nvSpPr>
          <p:cNvPr id="306" name="Google Shape;306;p4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According to Genesis 1:30, what did God give the animals for food?</a:t>
            </a:r>
            <a:endParaRPr sz="1100"/>
          </a:p>
        </p:txBody>
      </p:sp>
      <p:sp>
        <p:nvSpPr>
          <p:cNvPr id="307" name="Google Shape;307;p4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Every fruit tree.</a:t>
            </a:r>
            <a:endParaRPr sz="1100"/>
          </a:p>
        </p:txBody>
      </p:sp>
      <p:sp>
        <p:nvSpPr>
          <p:cNvPr id="308" name="Google Shape;308;p4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herbs that yield seed only.</a:t>
            </a:r>
            <a:endParaRPr sz="1100"/>
          </a:p>
        </p:txBody>
      </p:sp>
      <p:sp>
        <p:nvSpPr>
          <p:cNvPr id="309" name="Google Shape;309;p4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Every green herb.</a:t>
            </a:r>
            <a:endParaRPr sz="1100"/>
          </a:p>
        </p:txBody>
      </p:sp>
      <p:sp>
        <p:nvSpPr>
          <p:cNvPr id="310" name="Google Shape;310;p4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fish of the sea.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1:22</a:t>
            </a:r>
            <a:endParaRPr sz="1100"/>
          </a:p>
        </p:txBody>
      </p:sp>
      <p:sp>
        <p:nvSpPr>
          <p:cNvPr id="316" name="Google Shape;316;p4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According to Genesis 1:22, what did God tell the birds to do?</a:t>
            </a:r>
            <a:endParaRPr sz="1100"/>
          </a:p>
        </p:txBody>
      </p:sp>
      <p:sp>
        <p:nvSpPr>
          <p:cNvPr id="317" name="Google Shape;317;p4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Multiply on the earth.</a:t>
            </a:r>
            <a:endParaRPr sz="1100"/>
          </a:p>
        </p:txBody>
      </p:sp>
      <p:sp>
        <p:nvSpPr>
          <p:cNvPr id="318" name="Google Shape;318;p4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Remain in the firmament.</a:t>
            </a:r>
            <a:endParaRPr sz="1100"/>
          </a:p>
        </p:txBody>
      </p:sp>
      <p:sp>
        <p:nvSpPr>
          <p:cNvPr id="319" name="Google Shape;319;p4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Rule over the cattle.</a:t>
            </a:r>
            <a:endParaRPr sz="1100"/>
          </a:p>
        </p:txBody>
      </p:sp>
      <p:sp>
        <p:nvSpPr>
          <p:cNvPr id="320" name="Google Shape;320;p4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Fill the seas.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1:22</a:t>
            </a:r>
            <a:endParaRPr sz="1100"/>
          </a:p>
        </p:txBody>
      </p:sp>
      <p:sp>
        <p:nvSpPr>
          <p:cNvPr id="326" name="Google Shape;326;p4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According to Genesis 1:22, what did God tell the birds to do?</a:t>
            </a:r>
            <a:endParaRPr sz="1100"/>
          </a:p>
        </p:txBody>
      </p:sp>
      <p:sp>
        <p:nvSpPr>
          <p:cNvPr id="327" name="Google Shape;327;p4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Multiply on the earth.</a:t>
            </a:r>
            <a:endParaRPr sz="1100"/>
          </a:p>
        </p:txBody>
      </p:sp>
      <p:sp>
        <p:nvSpPr>
          <p:cNvPr id="328" name="Google Shape;328;p4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Remain in the firmament.</a:t>
            </a:r>
            <a:endParaRPr sz="1100"/>
          </a:p>
        </p:txBody>
      </p:sp>
      <p:sp>
        <p:nvSpPr>
          <p:cNvPr id="329" name="Google Shape;329;p4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Rule over the cattle.</a:t>
            </a:r>
            <a:endParaRPr sz="1100"/>
          </a:p>
        </p:txBody>
      </p:sp>
      <p:sp>
        <p:nvSpPr>
          <p:cNvPr id="330" name="Google Shape;330;p4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Fill the seas.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1:17</a:t>
            </a:r>
            <a:endParaRPr sz="1100"/>
          </a:p>
        </p:txBody>
      </p:sp>
      <p:sp>
        <p:nvSpPr>
          <p:cNvPr id="336" name="Google Shape;336;p4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According to Genesis 1:17, where did God set the lights?</a:t>
            </a:r>
            <a:endParaRPr sz="1100"/>
          </a:p>
        </p:txBody>
      </p:sp>
      <p:sp>
        <p:nvSpPr>
          <p:cNvPr id="337" name="Google Shape;337;p4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In the Garden of Eden.</a:t>
            </a:r>
            <a:endParaRPr sz="1100"/>
          </a:p>
        </p:txBody>
      </p:sp>
      <p:sp>
        <p:nvSpPr>
          <p:cNvPr id="338" name="Google Shape;338;p4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Upon the mountains.</a:t>
            </a:r>
            <a:endParaRPr sz="1100"/>
          </a:p>
        </p:txBody>
      </p:sp>
      <p:sp>
        <p:nvSpPr>
          <p:cNvPr id="339" name="Google Shape;339;p4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In the seas.</a:t>
            </a:r>
            <a:endParaRPr sz="1100"/>
          </a:p>
        </p:txBody>
      </p:sp>
      <p:sp>
        <p:nvSpPr>
          <p:cNvPr id="340" name="Google Shape;340;p4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In the firmament of the heavens.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1:17</a:t>
            </a:r>
            <a:endParaRPr sz="1100"/>
          </a:p>
        </p:txBody>
      </p:sp>
      <p:sp>
        <p:nvSpPr>
          <p:cNvPr id="346" name="Google Shape;346;p4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According to Genesis 1:17, where did God set the lights?</a:t>
            </a:r>
            <a:endParaRPr sz="1100"/>
          </a:p>
        </p:txBody>
      </p:sp>
      <p:sp>
        <p:nvSpPr>
          <p:cNvPr id="347" name="Google Shape;347;p4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In the Garden of Eden.</a:t>
            </a:r>
            <a:endParaRPr sz="1100"/>
          </a:p>
        </p:txBody>
      </p:sp>
      <p:sp>
        <p:nvSpPr>
          <p:cNvPr id="348" name="Google Shape;348;p4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Upon the mountains.</a:t>
            </a:r>
            <a:endParaRPr sz="1100"/>
          </a:p>
        </p:txBody>
      </p:sp>
      <p:sp>
        <p:nvSpPr>
          <p:cNvPr id="349" name="Google Shape;349;p4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In the seas.</a:t>
            </a:r>
            <a:endParaRPr sz="1100"/>
          </a:p>
        </p:txBody>
      </p:sp>
      <p:sp>
        <p:nvSpPr>
          <p:cNvPr id="350" name="Google Shape;350;p4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In the firmament of the heavens.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1:28</a:t>
            </a:r>
            <a:endParaRPr sz="1100"/>
          </a:p>
        </p:txBody>
      </p:sp>
      <p:sp>
        <p:nvSpPr>
          <p:cNvPr id="356" name="Google Shape;356;p4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According to Genesis 1:28, what did God tell mankind to do concerning the earth?</a:t>
            </a:r>
            <a:endParaRPr sz="1100"/>
          </a:p>
        </p:txBody>
      </p:sp>
      <p:sp>
        <p:nvSpPr>
          <p:cNvPr id="357" name="Google Shape;357;p4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Build cities immediately.</a:t>
            </a:r>
            <a:endParaRPr sz="1100"/>
          </a:p>
        </p:txBody>
      </p:sp>
      <p:sp>
        <p:nvSpPr>
          <p:cNvPr id="358" name="Google Shape;358;p4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Fill the earth and subdue it.</a:t>
            </a:r>
            <a:endParaRPr sz="1100"/>
          </a:p>
        </p:txBody>
      </p:sp>
      <p:sp>
        <p:nvSpPr>
          <p:cNvPr id="359" name="Google Shape;359;p4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Gather into one place.</a:t>
            </a:r>
            <a:endParaRPr sz="1100"/>
          </a:p>
        </p:txBody>
      </p:sp>
      <p:sp>
        <p:nvSpPr>
          <p:cNvPr id="360" name="Google Shape;360;p4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Leave the earth untouched.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1:28</a:t>
            </a:r>
            <a:endParaRPr sz="1100"/>
          </a:p>
        </p:txBody>
      </p:sp>
      <p:sp>
        <p:nvSpPr>
          <p:cNvPr id="366" name="Google Shape;366;p4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According to Genesis 1:28, what did God tell mankind to do concerning the earth?</a:t>
            </a:r>
            <a:endParaRPr sz="1100"/>
          </a:p>
        </p:txBody>
      </p:sp>
      <p:sp>
        <p:nvSpPr>
          <p:cNvPr id="367" name="Google Shape;367;p4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Build cities immediately.</a:t>
            </a:r>
            <a:endParaRPr sz="1100"/>
          </a:p>
        </p:txBody>
      </p:sp>
      <p:sp>
        <p:nvSpPr>
          <p:cNvPr id="368" name="Google Shape;368;p4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Fill the earth and subdue it.</a:t>
            </a:r>
            <a:endParaRPr sz="1100"/>
          </a:p>
        </p:txBody>
      </p:sp>
      <p:sp>
        <p:nvSpPr>
          <p:cNvPr id="369" name="Google Shape;369;p4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Gather into one place.</a:t>
            </a:r>
            <a:endParaRPr sz="1100"/>
          </a:p>
        </p:txBody>
      </p:sp>
      <p:sp>
        <p:nvSpPr>
          <p:cNvPr id="370" name="Google Shape;370;p4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Leave the earth untouched.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1:4</a:t>
            </a:r>
            <a:endParaRPr sz="1100"/>
          </a:p>
        </p:txBody>
      </p:sp>
      <p:sp>
        <p:nvSpPr>
          <p:cNvPr id="376" name="Google Shape;376;p5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13. According to Genesis 1:4, what did God see concerning the light?</a:t>
            </a:r>
            <a:endParaRPr sz="1100"/>
          </a:p>
        </p:txBody>
      </p:sp>
      <p:sp>
        <p:nvSpPr>
          <p:cNvPr id="377" name="Google Shape;377;p5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That it was good.</a:t>
            </a:r>
            <a:endParaRPr sz="1100"/>
          </a:p>
        </p:txBody>
      </p:sp>
      <p:sp>
        <p:nvSpPr>
          <p:cNvPr id="378" name="Google Shape;378;p5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That it needed the sun.</a:t>
            </a:r>
            <a:endParaRPr sz="1100"/>
          </a:p>
        </p:txBody>
      </p:sp>
      <p:sp>
        <p:nvSpPr>
          <p:cNvPr id="379" name="Google Shape;379;p5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That it was greater than darkness.</a:t>
            </a:r>
            <a:endParaRPr sz="1100"/>
          </a:p>
        </p:txBody>
      </p:sp>
      <p:sp>
        <p:nvSpPr>
          <p:cNvPr id="380" name="Google Shape;380;p5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That it was complete.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1:4</a:t>
            </a:r>
            <a:endParaRPr sz="1100"/>
          </a:p>
        </p:txBody>
      </p:sp>
      <p:sp>
        <p:nvSpPr>
          <p:cNvPr id="386" name="Google Shape;386;p5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13. According to Genesis 1:4, what did God see concerning the light?</a:t>
            </a:r>
            <a:endParaRPr sz="1100"/>
          </a:p>
        </p:txBody>
      </p:sp>
      <p:sp>
        <p:nvSpPr>
          <p:cNvPr id="387" name="Google Shape;387;p5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That it was good.</a:t>
            </a:r>
            <a:endParaRPr sz="1100"/>
          </a:p>
        </p:txBody>
      </p:sp>
      <p:sp>
        <p:nvSpPr>
          <p:cNvPr id="388" name="Google Shape;388;p5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That it needed the sun.</a:t>
            </a:r>
            <a:endParaRPr sz="1100"/>
          </a:p>
        </p:txBody>
      </p:sp>
      <p:sp>
        <p:nvSpPr>
          <p:cNvPr id="389" name="Google Shape;389;p5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That it was greater than darkness.</a:t>
            </a:r>
            <a:endParaRPr sz="1100"/>
          </a:p>
        </p:txBody>
      </p:sp>
      <p:sp>
        <p:nvSpPr>
          <p:cNvPr id="390" name="Google Shape;390;p5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That it was complete.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1:29</a:t>
            </a:r>
            <a:endParaRPr sz="1100"/>
          </a:p>
        </p:txBody>
      </p:sp>
      <p:sp>
        <p:nvSpPr>
          <p:cNvPr id="396" name="Google Shape;396;p5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14. According to Genesis 1:29, what did God give mankind for food?</a:t>
            </a:r>
            <a:endParaRPr sz="1100"/>
          </a:p>
        </p:txBody>
      </p:sp>
      <p:sp>
        <p:nvSpPr>
          <p:cNvPr id="397" name="Google Shape;397;p5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the green herbs.</a:t>
            </a:r>
            <a:endParaRPr sz="1100"/>
          </a:p>
        </p:txBody>
      </p:sp>
      <p:sp>
        <p:nvSpPr>
          <p:cNvPr id="398" name="Google Shape;398;p5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Only fruit from one tree.</a:t>
            </a:r>
            <a:endParaRPr sz="1100"/>
          </a:p>
        </p:txBody>
      </p:sp>
      <p:sp>
        <p:nvSpPr>
          <p:cNvPr id="399" name="Google Shape;399;p5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Every herb that yields seed and every tree whose fruit yields seed.</a:t>
            </a:r>
            <a:endParaRPr sz="1100"/>
          </a:p>
        </p:txBody>
      </p:sp>
      <p:sp>
        <p:nvSpPr>
          <p:cNvPr id="400" name="Google Shape;400;p5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Every animal on the earth.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1:29</a:t>
            </a:r>
            <a:endParaRPr sz="1100"/>
          </a:p>
        </p:txBody>
      </p:sp>
      <p:sp>
        <p:nvSpPr>
          <p:cNvPr id="406" name="Google Shape;406;p5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14. According to Genesis 1:29, what did God give mankind for food?</a:t>
            </a:r>
            <a:endParaRPr sz="1100"/>
          </a:p>
        </p:txBody>
      </p:sp>
      <p:sp>
        <p:nvSpPr>
          <p:cNvPr id="407" name="Google Shape;407;p5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the green herbs.</a:t>
            </a:r>
            <a:endParaRPr sz="1100"/>
          </a:p>
        </p:txBody>
      </p:sp>
      <p:sp>
        <p:nvSpPr>
          <p:cNvPr id="408" name="Google Shape;408;p5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Only fruit from one tree.</a:t>
            </a:r>
            <a:endParaRPr sz="1100"/>
          </a:p>
        </p:txBody>
      </p:sp>
      <p:sp>
        <p:nvSpPr>
          <p:cNvPr id="409" name="Google Shape;409;p5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Every herb that yields seed and every tree whose fruit yields seed.</a:t>
            </a:r>
            <a:endParaRPr sz="1100"/>
          </a:p>
        </p:txBody>
      </p:sp>
      <p:sp>
        <p:nvSpPr>
          <p:cNvPr id="410" name="Google Shape;410;p5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Every animal on the earth.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1:19</a:t>
            </a:r>
            <a:endParaRPr sz="1100"/>
          </a:p>
        </p:txBody>
      </p:sp>
      <p:sp>
        <p:nvSpPr>
          <p:cNvPr id="416" name="Google Shape;416;p5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15. According to Genesis 1:19, which day ended after God made the lights?</a:t>
            </a:r>
            <a:endParaRPr sz="1100"/>
          </a:p>
        </p:txBody>
      </p:sp>
      <p:sp>
        <p:nvSpPr>
          <p:cNvPr id="417" name="Google Shape;417;p5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third day.</a:t>
            </a:r>
            <a:endParaRPr sz="1100"/>
          </a:p>
        </p:txBody>
      </p:sp>
      <p:sp>
        <p:nvSpPr>
          <p:cNvPr id="418" name="Google Shape;418;p5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fourth day.</a:t>
            </a:r>
            <a:endParaRPr sz="1100"/>
          </a:p>
        </p:txBody>
      </p:sp>
      <p:sp>
        <p:nvSpPr>
          <p:cNvPr id="419" name="Google Shape;419;p5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fifth day.</a:t>
            </a:r>
            <a:endParaRPr sz="1100"/>
          </a:p>
        </p:txBody>
      </p:sp>
      <p:sp>
        <p:nvSpPr>
          <p:cNvPr id="420" name="Google Shape;420;p5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sixth day.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1:19</a:t>
            </a:r>
            <a:endParaRPr sz="1100"/>
          </a:p>
        </p:txBody>
      </p:sp>
      <p:sp>
        <p:nvSpPr>
          <p:cNvPr id="426" name="Google Shape;426;p5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15. According to Genesis 1:19, which day ended after God made the lights?</a:t>
            </a:r>
            <a:endParaRPr sz="1100"/>
          </a:p>
        </p:txBody>
      </p:sp>
      <p:sp>
        <p:nvSpPr>
          <p:cNvPr id="427" name="Google Shape;427;p5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third day.</a:t>
            </a:r>
            <a:endParaRPr sz="1100"/>
          </a:p>
        </p:txBody>
      </p:sp>
      <p:sp>
        <p:nvSpPr>
          <p:cNvPr id="428" name="Google Shape;428;p5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 fourth day.</a:t>
            </a:r>
            <a:endParaRPr sz="1100"/>
          </a:p>
        </p:txBody>
      </p:sp>
      <p:sp>
        <p:nvSpPr>
          <p:cNvPr id="429" name="Google Shape;429;p5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fifth day.</a:t>
            </a:r>
            <a:endParaRPr sz="1100"/>
          </a:p>
        </p:txBody>
      </p:sp>
      <p:sp>
        <p:nvSpPr>
          <p:cNvPr id="430" name="Google Shape;430;p5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sixth day.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1:26</a:t>
            </a:r>
            <a:endParaRPr sz="1100"/>
          </a:p>
        </p:txBody>
      </p:sp>
      <p:sp>
        <p:nvSpPr>
          <p:cNvPr id="436" name="Google Shape;436;p5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16. According to Genesis 1:26, over what were people to have dominion?</a:t>
            </a:r>
            <a:endParaRPr sz="1100"/>
          </a:p>
        </p:txBody>
      </p:sp>
      <p:sp>
        <p:nvSpPr>
          <p:cNvPr id="437" name="Google Shape;437;p5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the Garden of Eden.</a:t>
            </a:r>
            <a:endParaRPr sz="1100"/>
          </a:p>
        </p:txBody>
      </p:sp>
      <p:sp>
        <p:nvSpPr>
          <p:cNvPr id="438" name="Google Shape;438;p5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sun, moon, and stars.</a:t>
            </a:r>
            <a:endParaRPr sz="1100"/>
          </a:p>
        </p:txBody>
      </p:sp>
      <p:sp>
        <p:nvSpPr>
          <p:cNvPr id="439" name="Google Shape;439;p5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Only the cattle and birds.</a:t>
            </a:r>
            <a:endParaRPr sz="1100"/>
          </a:p>
        </p:txBody>
      </p:sp>
      <p:sp>
        <p:nvSpPr>
          <p:cNvPr id="440" name="Google Shape;440;p5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fish, birds, cattle, all the earth, and every creeping thing.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1:26</a:t>
            </a:r>
            <a:endParaRPr sz="1100"/>
          </a:p>
        </p:txBody>
      </p:sp>
      <p:sp>
        <p:nvSpPr>
          <p:cNvPr id="446" name="Google Shape;446;p5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16. According to Genesis 1:26, over what were people to have dominion?</a:t>
            </a:r>
            <a:endParaRPr sz="1100"/>
          </a:p>
        </p:txBody>
      </p:sp>
      <p:sp>
        <p:nvSpPr>
          <p:cNvPr id="447" name="Google Shape;447;p5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the Garden of Eden.</a:t>
            </a:r>
            <a:endParaRPr sz="1100"/>
          </a:p>
        </p:txBody>
      </p:sp>
      <p:sp>
        <p:nvSpPr>
          <p:cNvPr id="448" name="Google Shape;448;p5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sun, moon, and stars.</a:t>
            </a:r>
            <a:endParaRPr sz="1100"/>
          </a:p>
        </p:txBody>
      </p:sp>
      <p:sp>
        <p:nvSpPr>
          <p:cNvPr id="449" name="Google Shape;449;p5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Only the cattle and birds.</a:t>
            </a:r>
            <a:endParaRPr sz="1100"/>
          </a:p>
        </p:txBody>
      </p:sp>
      <p:sp>
        <p:nvSpPr>
          <p:cNvPr id="450" name="Google Shape;450;p5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fish, birds, cattle, all the earth, and every creeping thing.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1:15</a:t>
            </a:r>
            <a:endParaRPr sz="1100"/>
          </a:p>
        </p:txBody>
      </p:sp>
      <p:sp>
        <p:nvSpPr>
          <p:cNvPr id="456" name="Google Shape;456;p5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17. According to Genesis 1:15, what were the lights in the firmament to give upon the earth?</a:t>
            </a:r>
            <a:endParaRPr sz="1100"/>
          </a:p>
        </p:txBody>
      </p:sp>
      <p:sp>
        <p:nvSpPr>
          <p:cNvPr id="457" name="Google Shape;457;p5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Seasons.</a:t>
            </a:r>
            <a:endParaRPr sz="1100"/>
          </a:p>
        </p:txBody>
      </p:sp>
      <p:sp>
        <p:nvSpPr>
          <p:cNvPr id="458" name="Google Shape;458;p5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Light.</a:t>
            </a:r>
            <a:endParaRPr sz="1100"/>
          </a:p>
        </p:txBody>
      </p:sp>
      <p:sp>
        <p:nvSpPr>
          <p:cNvPr id="459" name="Google Shape;459;p5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Warmth.</a:t>
            </a:r>
            <a:endParaRPr sz="1100"/>
          </a:p>
        </p:txBody>
      </p:sp>
      <p:sp>
        <p:nvSpPr>
          <p:cNvPr id="460" name="Google Shape;460;p5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Rain.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1:15</a:t>
            </a:r>
            <a:endParaRPr sz="1100"/>
          </a:p>
        </p:txBody>
      </p:sp>
      <p:sp>
        <p:nvSpPr>
          <p:cNvPr id="466" name="Google Shape;466;p5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17. According to Genesis 1:15, what were the lights in the firmament to give upon the earth?</a:t>
            </a:r>
            <a:endParaRPr sz="1100"/>
          </a:p>
        </p:txBody>
      </p:sp>
      <p:sp>
        <p:nvSpPr>
          <p:cNvPr id="467" name="Google Shape;467;p5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Seasons.</a:t>
            </a:r>
            <a:endParaRPr sz="1100"/>
          </a:p>
        </p:txBody>
      </p:sp>
      <p:sp>
        <p:nvSpPr>
          <p:cNvPr id="468" name="Google Shape;468;p5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Light.</a:t>
            </a:r>
            <a:endParaRPr sz="1100"/>
          </a:p>
        </p:txBody>
      </p:sp>
      <p:sp>
        <p:nvSpPr>
          <p:cNvPr id="469" name="Google Shape;469;p5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Warmth.</a:t>
            </a:r>
            <a:endParaRPr sz="1100"/>
          </a:p>
        </p:txBody>
      </p:sp>
      <p:sp>
        <p:nvSpPr>
          <p:cNvPr id="470" name="Google Shape;470;p5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Rain.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1:22</a:t>
            </a:r>
            <a:endParaRPr sz="1100"/>
          </a:p>
        </p:txBody>
      </p:sp>
      <p:sp>
        <p:nvSpPr>
          <p:cNvPr id="476" name="Google Shape;476;p6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18. According to Genesis 1:22, what did God tell the creatures of the sea to do?</a:t>
            </a:r>
            <a:endParaRPr sz="1100"/>
          </a:p>
        </p:txBody>
      </p:sp>
      <p:sp>
        <p:nvSpPr>
          <p:cNvPr id="477" name="Google Shape;477;p6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Have dominion over mankind.</a:t>
            </a:r>
            <a:endParaRPr sz="1100"/>
          </a:p>
        </p:txBody>
      </p:sp>
      <p:sp>
        <p:nvSpPr>
          <p:cNvPr id="478" name="Google Shape;478;p6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Come onto the dry land.</a:t>
            </a:r>
            <a:endParaRPr sz="1100"/>
          </a:p>
        </p:txBody>
      </p:sp>
      <p:sp>
        <p:nvSpPr>
          <p:cNvPr id="479" name="Google Shape;479;p6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Be fruitful and multiply, and fill the waters in the seas.</a:t>
            </a:r>
            <a:endParaRPr sz="1100"/>
          </a:p>
        </p:txBody>
      </p:sp>
      <p:sp>
        <p:nvSpPr>
          <p:cNvPr id="480" name="Google Shape;480;p6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Remain only in one sea.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1:22</a:t>
            </a:r>
            <a:endParaRPr sz="1100"/>
          </a:p>
        </p:txBody>
      </p:sp>
      <p:sp>
        <p:nvSpPr>
          <p:cNvPr id="486" name="Google Shape;486;p6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18. According to Genesis 1:22, what did God tell the creatures of the sea to do?</a:t>
            </a:r>
            <a:endParaRPr sz="1100"/>
          </a:p>
        </p:txBody>
      </p:sp>
      <p:sp>
        <p:nvSpPr>
          <p:cNvPr id="487" name="Google Shape;487;p6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Have dominion over mankind.</a:t>
            </a:r>
            <a:endParaRPr sz="1100"/>
          </a:p>
        </p:txBody>
      </p:sp>
      <p:sp>
        <p:nvSpPr>
          <p:cNvPr id="488" name="Google Shape;488;p6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Come onto the dry land.</a:t>
            </a:r>
            <a:endParaRPr sz="1100"/>
          </a:p>
        </p:txBody>
      </p:sp>
      <p:sp>
        <p:nvSpPr>
          <p:cNvPr id="489" name="Google Shape;489;p6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Be fruitful and multiply, and fill the waters in the seas.</a:t>
            </a:r>
            <a:endParaRPr sz="1100"/>
          </a:p>
        </p:txBody>
      </p:sp>
      <p:sp>
        <p:nvSpPr>
          <p:cNvPr id="490" name="Google Shape;490;p6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Remain only in one sea.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1:23</a:t>
            </a:r>
            <a:endParaRPr sz="1100"/>
          </a:p>
        </p:txBody>
      </p:sp>
      <p:sp>
        <p:nvSpPr>
          <p:cNvPr id="496" name="Google Shape;496;p6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19. According to Genesis 1:23, which day ended after the sea creatures and birds were created?</a:t>
            </a:r>
            <a:endParaRPr sz="1100"/>
          </a:p>
        </p:txBody>
      </p:sp>
      <p:sp>
        <p:nvSpPr>
          <p:cNvPr id="497" name="Google Shape;497;p6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third day.</a:t>
            </a:r>
            <a:endParaRPr sz="1100"/>
          </a:p>
        </p:txBody>
      </p:sp>
      <p:sp>
        <p:nvSpPr>
          <p:cNvPr id="498" name="Google Shape;498;p6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fourth day.</a:t>
            </a:r>
            <a:endParaRPr sz="1100"/>
          </a:p>
        </p:txBody>
      </p:sp>
      <p:sp>
        <p:nvSpPr>
          <p:cNvPr id="499" name="Google Shape;499;p6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fifth day.</a:t>
            </a:r>
            <a:endParaRPr sz="1100"/>
          </a:p>
        </p:txBody>
      </p:sp>
      <p:sp>
        <p:nvSpPr>
          <p:cNvPr id="500" name="Google Shape;500;p6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sixth day.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1:23</a:t>
            </a:r>
            <a:endParaRPr sz="1100"/>
          </a:p>
        </p:txBody>
      </p:sp>
      <p:sp>
        <p:nvSpPr>
          <p:cNvPr id="506" name="Google Shape;506;p6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19. According to Genesis 1:23, which day ended after the sea creatures and birds were created?</a:t>
            </a:r>
            <a:endParaRPr sz="1100"/>
          </a:p>
        </p:txBody>
      </p:sp>
      <p:sp>
        <p:nvSpPr>
          <p:cNvPr id="507" name="Google Shape;507;p6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third day.</a:t>
            </a:r>
            <a:endParaRPr sz="1100"/>
          </a:p>
        </p:txBody>
      </p:sp>
      <p:sp>
        <p:nvSpPr>
          <p:cNvPr id="508" name="Google Shape;508;p6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fourth day.</a:t>
            </a:r>
            <a:endParaRPr sz="1100"/>
          </a:p>
        </p:txBody>
      </p:sp>
      <p:sp>
        <p:nvSpPr>
          <p:cNvPr id="509" name="Google Shape;509;p6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 fifth day.</a:t>
            </a:r>
            <a:endParaRPr sz="1100"/>
          </a:p>
        </p:txBody>
      </p:sp>
      <p:sp>
        <p:nvSpPr>
          <p:cNvPr id="510" name="Google Shape;510;p6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sixth day.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1:21</a:t>
            </a:r>
            <a:endParaRPr sz="1100"/>
          </a:p>
        </p:txBody>
      </p:sp>
      <p:sp>
        <p:nvSpPr>
          <p:cNvPr id="516" name="Google Shape;516;p6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20. According to Genesis 1:21, how were the sea creatures and birds created?</a:t>
            </a:r>
            <a:endParaRPr sz="1100"/>
          </a:p>
        </p:txBody>
      </p:sp>
      <p:sp>
        <p:nvSpPr>
          <p:cNvPr id="517" name="Google Shape;517;p6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According to their kind.</a:t>
            </a:r>
            <a:endParaRPr sz="1100"/>
          </a:p>
        </p:txBody>
      </p:sp>
      <p:sp>
        <p:nvSpPr>
          <p:cNvPr id="518" name="Google Shape;518;p6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According to their size.</a:t>
            </a:r>
            <a:endParaRPr sz="1100"/>
          </a:p>
        </p:txBody>
      </p:sp>
      <p:sp>
        <p:nvSpPr>
          <p:cNvPr id="519" name="Google Shape;519;p6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According to where Adam named them.</a:t>
            </a:r>
            <a:endParaRPr sz="1100"/>
          </a:p>
        </p:txBody>
      </p:sp>
      <p:sp>
        <p:nvSpPr>
          <p:cNvPr id="520" name="Google Shape;520;p6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According to the seasons.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1:21</a:t>
            </a:r>
            <a:endParaRPr sz="1100"/>
          </a:p>
        </p:txBody>
      </p:sp>
      <p:sp>
        <p:nvSpPr>
          <p:cNvPr id="526" name="Google Shape;526;p6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20. According to Genesis 1:21, how were the sea creatures and birds created?</a:t>
            </a:r>
            <a:endParaRPr sz="1100"/>
          </a:p>
        </p:txBody>
      </p:sp>
      <p:sp>
        <p:nvSpPr>
          <p:cNvPr id="527" name="Google Shape;527;p6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According to their kind.</a:t>
            </a:r>
            <a:endParaRPr sz="1100"/>
          </a:p>
        </p:txBody>
      </p:sp>
      <p:sp>
        <p:nvSpPr>
          <p:cNvPr id="528" name="Google Shape;528;p6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According to their size.</a:t>
            </a:r>
            <a:endParaRPr sz="1100"/>
          </a:p>
        </p:txBody>
      </p:sp>
      <p:sp>
        <p:nvSpPr>
          <p:cNvPr id="529" name="Google Shape;529;p6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According to where Adam named them.</a:t>
            </a:r>
            <a:endParaRPr sz="1100"/>
          </a:p>
        </p:txBody>
      </p:sp>
      <p:sp>
        <p:nvSpPr>
          <p:cNvPr id="530" name="Google Shape;530;p6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According to the seasons.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